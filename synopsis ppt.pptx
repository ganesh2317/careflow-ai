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2" r:id="rId7"/>
    <p:sldId id="261" r:id="rId8"/>
    <p:sldId id="267" r:id="rId9"/>
    <p:sldId id="263" r:id="rId10"/>
    <p:sldId id="264" r:id="rId11"/>
    <p:sldId id="265" r:id="rId12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8174"/>
    <a:srgbClr val="E39B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82CB6C5-0EF0-49E5-84D3-82A6CCDB733B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6B5D4F5-7AD9-4875-861D-6DA5C112F9BC}" type="pres">
      <dgm:prSet presAssocID="{E82CB6C5-0EF0-49E5-84D3-82A6CCDB733B}" presName="Name0" presStyleCnt="0">
        <dgm:presLayoutVars>
          <dgm:dir/>
          <dgm:resizeHandles val="exact"/>
        </dgm:presLayoutVars>
      </dgm:prSet>
      <dgm:spPr/>
    </dgm:pt>
  </dgm:ptLst>
  <dgm:cxnLst>
    <dgm:cxn modelId="{7E7169C4-0600-428E-BF36-68A4C2B54B20}" type="presOf" srcId="{E82CB6C5-0EF0-49E5-84D3-82A6CCDB733B}" destId="{56B5D4F5-7AD9-4875-861D-6DA5C112F9BC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139B907-5C63-4D41-BFDA-78807C713D9C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4B1B474-38F2-400B-A745-05B7606DE63D}">
      <dgm:prSet/>
      <dgm:spPr>
        <a:solidFill>
          <a:srgbClr val="FF0000"/>
        </a:solidFill>
      </dgm:spPr>
      <dgm:t>
        <a:bodyPr/>
        <a:lstStyle/>
        <a:p>
          <a:r>
            <a:rPr lang="en-IN" dirty="0">
              <a:solidFill>
                <a:schemeClr val="bg1"/>
              </a:solidFill>
            </a:rPr>
            <a:t>User</a:t>
          </a:r>
          <a:r>
            <a:rPr lang="en-IN" dirty="0"/>
            <a:t>/Patient</a:t>
          </a:r>
        </a:p>
      </dgm:t>
    </dgm:pt>
    <dgm:pt modelId="{8615BA73-B7DD-419D-9675-DA6D5D727D40}" type="parTrans" cxnId="{5380BE49-58C1-49CE-A36A-942E72E19E96}">
      <dgm:prSet/>
      <dgm:spPr/>
      <dgm:t>
        <a:bodyPr/>
        <a:lstStyle/>
        <a:p>
          <a:endParaRPr lang="en-IN"/>
        </a:p>
      </dgm:t>
    </dgm:pt>
    <dgm:pt modelId="{C5741930-3472-4E19-A047-F31AA49D91AE}" type="sibTrans" cxnId="{5380BE49-58C1-49CE-A36A-942E72E19E96}">
      <dgm:prSet/>
      <dgm:spPr/>
      <dgm:t>
        <a:bodyPr/>
        <a:lstStyle/>
        <a:p>
          <a:endParaRPr lang="en-IN"/>
        </a:p>
      </dgm:t>
    </dgm:pt>
    <dgm:pt modelId="{ACC48D05-70E1-41DE-9745-64D408F86587}">
      <dgm:prSet/>
      <dgm:spPr>
        <a:solidFill>
          <a:srgbClr val="FE8174"/>
        </a:solidFill>
      </dgm:spPr>
      <dgm:t>
        <a:bodyPr/>
        <a:lstStyle/>
        <a:p>
          <a:r>
            <a:rPr lang="en-IN" dirty="0"/>
            <a:t>Web interface</a:t>
          </a:r>
        </a:p>
      </dgm:t>
    </dgm:pt>
    <dgm:pt modelId="{E25DBD4A-BE67-427F-B08A-BA5D3323963D}" type="parTrans" cxnId="{34C36115-F902-42BE-84AB-860622C14A9C}">
      <dgm:prSet/>
      <dgm:spPr/>
      <dgm:t>
        <a:bodyPr/>
        <a:lstStyle/>
        <a:p>
          <a:endParaRPr lang="en-IN"/>
        </a:p>
      </dgm:t>
    </dgm:pt>
    <dgm:pt modelId="{57F30A76-FD49-43E7-A24D-8A03828E06DD}" type="sibTrans" cxnId="{34C36115-F902-42BE-84AB-860622C14A9C}">
      <dgm:prSet/>
      <dgm:spPr/>
      <dgm:t>
        <a:bodyPr/>
        <a:lstStyle/>
        <a:p>
          <a:endParaRPr lang="en-IN"/>
        </a:p>
      </dgm:t>
    </dgm:pt>
    <dgm:pt modelId="{38B3BFA8-CE38-41E2-B333-E789367433C3}">
      <dgm:prSet custT="1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n-IN" sz="1800" dirty="0"/>
            <a:t>Hospitals</a:t>
          </a:r>
        </a:p>
      </dgm:t>
    </dgm:pt>
    <dgm:pt modelId="{B71D3F72-ED3B-42DD-AF1C-8BB4D6DA284D}" type="parTrans" cxnId="{FB385D5A-73E5-48E7-9DBD-F48CFCED336D}">
      <dgm:prSet/>
      <dgm:spPr/>
      <dgm:t>
        <a:bodyPr/>
        <a:lstStyle/>
        <a:p>
          <a:endParaRPr lang="en-IN"/>
        </a:p>
      </dgm:t>
    </dgm:pt>
    <dgm:pt modelId="{3986AEA4-C34E-4B50-9C94-A7D36A30509D}" type="sibTrans" cxnId="{FB385D5A-73E5-48E7-9DBD-F48CFCED336D}">
      <dgm:prSet/>
      <dgm:spPr/>
      <dgm:t>
        <a:bodyPr/>
        <a:lstStyle/>
        <a:p>
          <a:endParaRPr lang="en-IN"/>
        </a:p>
      </dgm:t>
    </dgm:pt>
    <dgm:pt modelId="{2E614E75-17B8-4D14-8DC8-9135BD774757}" type="pres">
      <dgm:prSet presAssocID="{4139B907-5C63-4D41-BFDA-78807C713D9C}" presName="Name0" presStyleCnt="0">
        <dgm:presLayoutVars>
          <dgm:dir/>
          <dgm:resizeHandles val="exact"/>
        </dgm:presLayoutVars>
      </dgm:prSet>
      <dgm:spPr/>
    </dgm:pt>
    <dgm:pt modelId="{0A2334DD-B264-4CEC-95B1-29436A2F6E14}" type="pres">
      <dgm:prSet presAssocID="{A4B1B474-38F2-400B-A745-05B7606DE63D}" presName="node" presStyleLbl="node1" presStyleIdx="0" presStyleCnt="3" custScaleX="138478" custScaleY="114512" custLinFactNeighborX="-36210" custLinFactNeighborY="-17139">
        <dgm:presLayoutVars>
          <dgm:bulletEnabled val="1"/>
        </dgm:presLayoutVars>
      </dgm:prSet>
      <dgm:spPr/>
    </dgm:pt>
    <dgm:pt modelId="{817CF690-CBBE-4531-ADC9-F1ACB109C7C1}" type="pres">
      <dgm:prSet presAssocID="{C5741930-3472-4E19-A047-F31AA49D91AE}" presName="sibTrans" presStyleLbl="sibTrans2D1" presStyleIdx="0" presStyleCnt="2" custScaleX="190181" custScaleY="116491"/>
      <dgm:spPr/>
    </dgm:pt>
    <dgm:pt modelId="{B3BBC00D-F930-416D-AEB0-9BAD5EDAC6CB}" type="pres">
      <dgm:prSet presAssocID="{C5741930-3472-4E19-A047-F31AA49D91AE}" presName="connectorText" presStyleLbl="sibTrans2D1" presStyleIdx="0" presStyleCnt="2"/>
      <dgm:spPr/>
    </dgm:pt>
    <dgm:pt modelId="{4C26C7DB-407C-4BBE-81EC-359C3528FB83}" type="pres">
      <dgm:prSet presAssocID="{ACC48D05-70E1-41DE-9745-64D408F86587}" presName="node" presStyleLbl="node1" presStyleIdx="1" presStyleCnt="3" custLinFactNeighborX="-10558" custLinFactNeighborY="-7526">
        <dgm:presLayoutVars>
          <dgm:bulletEnabled val="1"/>
        </dgm:presLayoutVars>
      </dgm:prSet>
      <dgm:spPr/>
    </dgm:pt>
    <dgm:pt modelId="{BD86B8CF-7159-49DD-B491-BE9E8853566A}" type="pres">
      <dgm:prSet presAssocID="{57F30A76-FD49-43E7-A24D-8A03828E06DD}" presName="sibTrans" presStyleLbl="sibTrans2D1" presStyleIdx="1" presStyleCnt="2" custScaleX="112805" custScaleY="115177"/>
      <dgm:spPr/>
    </dgm:pt>
    <dgm:pt modelId="{3C4441D0-0AB1-4262-8D6C-FD4B2DCE241B}" type="pres">
      <dgm:prSet presAssocID="{57F30A76-FD49-43E7-A24D-8A03828E06DD}" presName="connectorText" presStyleLbl="sibTrans2D1" presStyleIdx="1" presStyleCnt="2"/>
      <dgm:spPr/>
    </dgm:pt>
    <dgm:pt modelId="{1CE7E187-7D70-4E38-9687-7F0F11A80F0B}" type="pres">
      <dgm:prSet presAssocID="{38B3BFA8-CE38-41E2-B333-E789367433C3}" presName="node" presStyleLbl="node1" presStyleIdx="2" presStyleCnt="3" custScaleX="938766" custScaleY="101343" custLinFactNeighborX="-7837" custLinFactNeighborY="-10508">
        <dgm:presLayoutVars>
          <dgm:bulletEnabled val="1"/>
        </dgm:presLayoutVars>
      </dgm:prSet>
      <dgm:spPr/>
    </dgm:pt>
  </dgm:ptLst>
  <dgm:cxnLst>
    <dgm:cxn modelId="{1B3BAE03-0734-4BF7-A2B0-B691982570CF}" type="presOf" srcId="{C5741930-3472-4E19-A047-F31AA49D91AE}" destId="{B3BBC00D-F930-416D-AEB0-9BAD5EDAC6CB}" srcOrd="1" destOrd="0" presId="urn:microsoft.com/office/officeart/2005/8/layout/process1"/>
    <dgm:cxn modelId="{5EB9700A-0CDA-4BA9-8F6C-5302CF6BF047}" type="presOf" srcId="{57F30A76-FD49-43E7-A24D-8A03828E06DD}" destId="{BD86B8CF-7159-49DD-B491-BE9E8853566A}" srcOrd="0" destOrd="0" presId="urn:microsoft.com/office/officeart/2005/8/layout/process1"/>
    <dgm:cxn modelId="{9111A60C-B141-433C-986B-27163674D042}" type="presOf" srcId="{C5741930-3472-4E19-A047-F31AA49D91AE}" destId="{817CF690-CBBE-4531-ADC9-F1ACB109C7C1}" srcOrd="0" destOrd="0" presId="urn:microsoft.com/office/officeart/2005/8/layout/process1"/>
    <dgm:cxn modelId="{34C36115-F902-42BE-84AB-860622C14A9C}" srcId="{4139B907-5C63-4D41-BFDA-78807C713D9C}" destId="{ACC48D05-70E1-41DE-9745-64D408F86587}" srcOrd="1" destOrd="0" parTransId="{E25DBD4A-BE67-427F-B08A-BA5D3323963D}" sibTransId="{57F30A76-FD49-43E7-A24D-8A03828E06DD}"/>
    <dgm:cxn modelId="{5380BE49-58C1-49CE-A36A-942E72E19E96}" srcId="{4139B907-5C63-4D41-BFDA-78807C713D9C}" destId="{A4B1B474-38F2-400B-A745-05B7606DE63D}" srcOrd="0" destOrd="0" parTransId="{8615BA73-B7DD-419D-9675-DA6D5D727D40}" sibTransId="{C5741930-3472-4E19-A047-F31AA49D91AE}"/>
    <dgm:cxn modelId="{9E21034A-5B1B-4EBF-829E-4917720B8DE1}" type="presOf" srcId="{38B3BFA8-CE38-41E2-B333-E789367433C3}" destId="{1CE7E187-7D70-4E38-9687-7F0F11A80F0B}" srcOrd="0" destOrd="0" presId="urn:microsoft.com/office/officeart/2005/8/layout/process1"/>
    <dgm:cxn modelId="{FB385D5A-73E5-48E7-9DBD-F48CFCED336D}" srcId="{4139B907-5C63-4D41-BFDA-78807C713D9C}" destId="{38B3BFA8-CE38-41E2-B333-E789367433C3}" srcOrd="2" destOrd="0" parTransId="{B71D3F72-ED3B-42DD-AF1C-8BB4D6DA284D}" sibTransId="{3986AEA4-C34E-4B50-9C94-A7D36A30509D}"/>
    <dgm:cxn modelId="{5D09CA7F-04D4-4842-A833-8B6CD0F30766}" type="presOf" srcId="{57F30A76-FD49-43E7-A24D-8A03828E06DD}" destId="{3C4441D0-0AB1-4262-8D6C-FD4B2DCE241B}" srcOrd="1" destOrd="0" presId="urn:microsoft.com/office/officeart/2005/8/layout/process1"/>
    <dgm:cxn modelId="{CFF29686-8515-4FD4-92F2-B7EEA673F340}" type="presOf" srcId="{4139B907-5C63-4D41-BFDA-78807C713D9C}" destId="{2E614E75-17B8-4D14-8DC8-9135BD774757}" srcOrd="0" destOrd="0" presId="urn:microsoft.com/office/officeart/2005/8/layout/process1"/>
    <dgm:cxn modelId="{1E7781C6-DC53-4602-A6BD-E2DB93FA15F5}" type="presOf" srcId="{A4B1B474-38F2-400B-A745-05B7606DE63D}" destId="{0A2334DD-B264-4CEC-95B1-29436A2F6E14}" srcOrd="0" destOrd="0" presId="urn:microsoft.com/office/officeart/2005/8/layout/process1"/>
    <dgm:cxn modelId="{25DFBBEC-744B-495E-AB10-546DACEF8DE3}" type="presOf" srcId="{ACC48D05-70E1-41DE-9745-64D408F86587}" destId="{4C26C7DB-407C-4BBE-81EC-359C3528FB83}" srcOrd="0" destOrd="0" presId="urn:microsoft.com/office/officeart/2005/8/layout/process1"/>
    <dgm:cxn modelId="{D2F959F1-C3CF-41FA-A78A-FBAB09CEC2B7}" type="presParOf" srcId="{2E614E75-17B8-4D14-8DC8-9135BD774757}" destId="{0A2334DD-B264-4CEC-95B1-29436A2F6E14}" srcOrd="0" destOrd="0" presId="urn:microsoft.com/office/officeart/2005/8/layout/process1"/>
    <dgm:cxn modelId="{B6C2AAF3-3C0A-4583-8AB4-FFC2D704523D}" type="presParOf" srcId="{2E614E75-17B8-4D14-8DC8-9135BD774757}" destId="{817CF690-CBBE-4531-ADC9-F1ACB109C7C1}" srcOrd="1" destOrd="0" presId="urn:microsoft.com/office/officeart/2005/8/layout/process1"/>
    <dgm:cxn modelId="{081732B8-A8F2-475B-B5D0-6118C554D338}" type="presParOf" srcId="{817CF690-CBBE-4531-ADC9-F1ACB109C7C1}" destId="{B3BBC00D-F930-416D-AEB0-9BAD5EDAC6CB}" srcOrd="0" destOrd="0" presId="urn:microsoft.com/office/officeart/2005/8/layout/process1"/>
    <dgm:cxn modelId="{85F49AD4-148C-4C0B-827B-F394A95831B8}" type="presParOf" srcId="{2E614E75-17B8-4D14-8DC8-9135BD774757}" destId="{4C26C7DB-407C-4BBE-81EC-359C3528FB83}" srcOrd="2" destOrd="0" presId="urn:microsoft.com/office/officeart/2005/8/layout/process1"/>
    <dgm:cxn modelId="{04F0A3D9-60EA-4881-900B-4CA86B937B3B}" type="presParOf" srcId="{2E614E75-17B8-4D14-8DC8-9135BD774757}" destId="{BD86B8CF-7159-49DD-B491-BE9E8853566A}" srcOrd="3" destOrd="0" presId="urn:microsoft.com/office/officeart/2005/8/layout/process1"/>
    <dgm:cxn modelId="{47D48281-E662-46F5-AD3A-57CCDD37EE7D}" type="presParOf" srcId="{BD86B8CF-7159-49DD-B491-BE9E8853566A}" destId="{3C4441D0-0AB1-4262-8D6C-FD4B2DCE241B}" srcOrd="0" destOrd="0" presId="urn:microsoft.com/office/officeart/2005/8/layout/process1"/>
    <dgm:cxn modelId="{EB9609ED-65DC-47C9-A04C-ECDC7AF0A3E5}" type="presParOf" srcId="{2E614E75-17B8-4D14-8DC8-9135BD774757}" destId="{1CE7E187-7D70-4E38-9687-7F0F11A80F0B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6E25B0C-E9C0-4297-B0AE-CFC5BF1BF566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CBEC767-0125-4391-8DEC-37011C9B0432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IN" dirty="0"/>
            <a:t>Digital tokens</a:t>
          </a:r>
        </a:p>
      </dgm:t>
    </dgm:pt>
    <dgm:pt modelId="{8ECC5B20-40EF-4730-85F9-435B63F26CF2}" type="parTrans" cxnId="{7BC86372-6A11-417F-BECC-F9E64F593DBA}">
      <dgm:prSet/>
      <dgm:spPr/>
      <dgm:t>
        <a:bodyPr/>
        <a:lstStyle/>
        <a:p>
          <a:endParaRPr lang="en-IN"/>
        </a:p>
      </dgm:t>
    </dgm:pt>
    <dgm:pt modelId="{6BE72D59-D36F-437E-B6BB-3D680E5D7666}" type="sibTrans" cxnId="{7BC86372-6A11-417F-BECC-F9E64F593DBA}">
      <dgm:prSet/>
      <dgm:spPr/>
      <dgm:t>
        <a:bodyPr/>
        <a:lstStyle/>
        <a:p>
          <a:endParaRPr lang="en-IN"/>
        </a:p>
      </dgm:t>
    </dgm:pt>
    <dgm:pt modelId="{27E008C0-5F41-40A8-A80C-E0CB5BDC75DD}">
      <dgm:prSet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IN" dirty="0"/>
            <a:t> Queries about queue</a:t>
          </a:r>
        </a:p>
        <a:p>
          <a:r>
            <a:rPr lang="en-IN" dirty="0"/>
            <a:t>Waiting time/queue status</a:t>
          </a:r>
        </a:p>
      </dgm:t>
    </dgm:pt>
    <dgm:pt modelId="{25744527-8E5A-4D13-B70F-B98A371BC0AB}" type="parTrans" cxnId="{9352B006-09BF-49C2-8A74-03C103AC613D}">
      <dgm:prSet/>
      <dgm:spPr/>
      <dgm:t>
        <a:bodyPr/>
        <a:lstStyle/>
        <a:p>
          <a:endParaRPr lang="en-IN"/>
        </a:p>
      </dgm:t>
    </dgm:pt>
    <dgm:pt modelId="{77E6C788-FAFF-44C1-B1E3-9BAD2A70A037}" type="sibTrans" cxnId="{9352B006-09BF-49C2-8A74-03C103AC613D}">
      <dgm:prSet/>
      <dgm:spPr/>
      <dgm:t>
        <a:bodyPr/>
        <a:lstStyle/>
        <a:p>
          <a:endParaRPr lang="en-IN"/>
        </a:p>
      </dgm:t>
    </dgm:pt>
    <dgm:pt modelId="{97E1F4EE-5479-490B-9F69-21454780FFA1}" type="pres">
      <dgm:prSet presAssocID="{D6E25B0C-E9C0-4297-B0AE-CFC5BF1BF566}" presName="Name0" presStyleCnt="0">
        <dgm:presLayoutVars>
          <dgm:dir/>
          <dgm:animLvl val="lvl"/>
          <dgm:resizeHandles val="exact"/>
        </dgm:presLayoutVars>
      </dgm:prSet>
      <dgm:spPr/>
    </dgm:pt>
    <dgm:pt modelId="{52BBC78B-B150-4C43-908C-DE54E5F0BD5C}" type="pres">
      <dgm:prSet presAssocID="{CCBEC767-0125-4391-8DEC-37011C9B0432}" presName="linNode" presStyleCnt="0"/>
      <dgm:spPr/>
    </dgm:pt>
    <dgm:pt modelId="{B234EF3A-5829-4017-A796-6476E712AA2E}" type="pres">
      <dgm:prSet presAssocID="{CCBEC767-0125-4391-8DEC-37011C9B0432}" presName="parentText" presStyleLbl="node1" presStyleIdx="0" presStyleCnt="2" custScaleY="27571" custLinFactNeighborX="-22975" custLinFactNeighborY="-16871">
        <dgm:presLayoutVars>
          <dgm:chMax val="1"/>
          <dgm:bulletEnabled val="1"/>
        </dgm:presLayoutVars>
      </dgm:prSet>
      <dgm:spPr/>
    </dgm:pt>
    <dgm:pt modelId="{11A18D33-9E01-4FCB-B40B-E884390318E0}" type="pres">
      <dgm:prSet presAssocID="{6BE72D59-D36F-437E-B6BB-3D680E5D7666}" presName="sp" presStyleCnt="0"/>
      <dgm:spPr/>
    </dgm:pt>
    <dgm:pt modelId="{042886ED-6BC3-4135-80A9-4E4AA6148F20}" type="pres">
      <dgm:prSet presAssocID="{27E008C0-5F41-40A8-A80C-E0CB5BDC75DD}" presName="linNode" presStyleCnt="0"/>
      <dgm:spPr/>
    </dgm:pt>
    <dgm:pt modelId="{1944B64C-40F9-412F-BE80-0221EFF98DF2}" type="pres">
      <dgm:prSet presAssocID="{27E008C0-5F41-40A8-A80C-E0CB5BDC75DD}" presName="parentText" presStyleLbl="node1" presStyleIdx="1" presStyleCnt="2" custScaleX="147082" custScaleY="31912" custLinFactNeighborX="-51224" custLinFactNeighborY="773">
        <dgm:presLayoutVars>
          <dgm:chMax val="1"/>
          <dgm:bulletEnabled val="1"/>
        </dgm:presLayoutVars>
      </dgm:prSet>
      <dgm:spPr/>
    </dgm:pt>
  </dgm:ptLst>
  <dgm:cxnLst>
    <dgm:cxn modelId="{9352B006-09BF-49C2-8A74-03C103AC613D}" srcId="{D6E25B0C-E9C0-4297-B0AE-CFC5BF1BF566}" destId="{27E008C0-5F41-40A8-A80C-E0CB5BDC75DD}" srcOrd="1" destOrd="0" parTransId="{25744527-8E5A-4D13-B70F-B98A371BC0AB}" sibTransId="{77E6C788-FAFF-44C1-B1E3-9BAD2A70A037}"/>
    <dgm:cxn modelId="{9E6B2E0F-CFAE-4B7D-BCA6-78F37C0B3E5F}" type="presOf" srcId="{CCBEC767-0125-4391-8DEC-37011C9B0432}" destId="{B234EF3A-5829-4017-A796-6476E712AA2E}" srcOrd="0" destOrd="0" presId="urn:microsoft.com/office/officeart/2005/8/layout/vList5"/>
    <dgm:cxn modelId="{2DDC6549-4AA3-467A-A10A-931465676684}" type="presOf" srcId="{D6E25B0C-E9C0-4297-B0AE-CFC5BF1BF566}" destId="{97E1F4EE-5479-490B-9F69-21454780FFA1}" srcOrd="0" destOrd="0" presId="urn:microsoft.com/office/officeart/2005/8/layout/vList5"/>
    <dgm:cxn modelId="{7BC86372-6A11-417F-BECC-F9E64F593DBA}" srcId="{D6E25B0C-E9C0-4297-B0AE-CFC5BF1BF566}" destId="{CCBEC767-0125-4391-8DEC-37011C9B0432}" srcOrd="0" destOrd="0" parTransId="{8ECC5B20-40EF-4730-85F9-435B63F26CF2}" sibTransId="{6BE72D59-D36F-437E-B6BB-3D680E5D7666}"/>
    <dgm:cxn modelId="{B0EACCC3-FB95-4DED-B9E3-444D4DDAE15E}" type="presOf" srcId="{27E008C0-5F41-40A8-A80C-E0CB5BDC75DD}" destId="{1944B64C-40F9-412F-BE80-0221EFF98DF2}" srcOrd="0" destOrd="0" presId="urn:microsoft.com/office/officeart/2005/8/layout/vList5"/>
    <dgm:cxn modelId="{77BAFF1F-86F7-4392-93D5-7134D20E9A4C}" type="presParOf" srcId="{97E1F4EE-5479-490B-9F69-21454780FFA1}" destId="{52BBC78B-B150-4C43-908C-DE54E5F0BD5C}" srcOrd="0" destOrd="0" presId="urn:microsoft.com/office/officeart/2005/8/layout/vList5"/>
    <dgm:cxn modelId="{C9678188-82A7-4CFE-80CF-EE4D69202AF1}" type="presParOf" srcId="{52BBC78B-B150-4C43-908C-DE54E5F0BD5C}" destId="{B234EF3A-5829-4017-A796-6476E712AA2E}" srcOrd="0" destOrd="0" presId="urn:microsoft.com/office/officeart/2005/8/layout/vList5"/>
    <dgm:cxn modelId="{D61280AC-D5EC-4039-8E2D-24BF021CAE9A}" type="presParOf" srcId="{97E1F4EE-5479-490B-9F69-21454780FFA1}" destId="{11A18D33-9E01-4FCB-B40B-E884390318E0}" srcOrd="1" destOrd="0" presId="urn:microsoft.com/office/officeart/2005/8/layout/vList5"/>
    <dgm:cxn modelId="{B98BB40B-A50F-40F1-9DFB-CFB747835CEB}" type="presParOf" srcId="{97E1F4EE-5479-490B-9F69-21454780FFA1}" destId="{042886ED-6BC3-4135-80A9-4E4AA6148F20}" srcOrd="2" destOrd="0" presId="urn:microsoft.com/office/officeart/2005/8/layout/vList5"/>
    <dgm:cxn modelId="{AF8D19B1-1A2D-4C50-87CE-D6AFA08D09C5}" type="presParOf" srcId="{042886ED-6BC3-4135-80A9-4E4AA6148F20}" destId="{1944B64C-40F9-412F-BE80-0221EFF98DF2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D499715-23D7-49E4-B78A-C20C884D61C8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1B06743-48A2-4CB1-A4EA-AFB30D01342F}">
      <dgm:prSet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IN" dirty="0"/>
            <a:t>Bed/ICU availability </a:t>
          </a:r>
        </a:p>
      </dgm:t>
    </dgm:pt>
    <dgm:pt modelId="{275CC961-2463-4B18-93E8-10B2F121F6B3}" type="parTrans" cxnId="{72DA00E9-B04D-4B04-AD99-BBF3D3F25A23}">
      <dgm:prSet/>
      <dgm:spPr/>
      <dgm:t>
        <a:bodyPr/>
        <a:lstStyle/>
        <a:p>
          <a:endParaRPr lang="en-IN"/>
        </a:p>
      </dgm:t>
    </dgm:pt>
    <dgm:pt modelId="{F7928B69-63A9-403B-A0E2-F01B42920FB6}" type="sibTrans" cxnId="{72DA00E9-B04D-4B04-AD99-BBF3D3F25A23}">
      <dgm:prSet/>
      <dgm:spPr/>
      <dgm:t>
        <a:bodyPr/>
        <a:lstStyle/>
        <a:p>
          <a:endParaRPr lang="en-IN"/>
        </a:p>
      </dgm:t>
    </dgm:pt>
    <dgm:pt modelId="{833EA589-03D7-445E-AD4F-1168860498A3}" type="pres">
      <dgm:prSet presAssocID="{5D499715-23D7-49E4-B78A-C20C884D61C8}" presName="Name0" presStyleCnt="0">
        <dgm:presLayoutVars>
          <dgm:dir/>
          <dgm:animLvl val="lvl"/>
          <dgm:resizeHandles val="exact"/>
        </dgm:presLayoutVars>
      </dgm:prSet>
      <dgm:spPr/>
    </dgm:pt>
    <dgm:pt modelId="{4C590312-7801-40FD-8F1C-ACADCFB592C2}" type="pres">
      <dgm:prSet presAssocID="{D1B06743-48A2-4CB1-A4EA-AFB30D01342F}" presName="linNode" presStyleCnt="0"/>
      <dgm:spPr/>
    </dgm:pt>
    <dgm:pt modelId="{F07F3503-E321-418F-9581-551BB7113551}" type="pres">
      <dgm:prSet presAssocID="{D1B06743-48A2-4CB1-A4EA-AFB30D01342F}" presName="parentText" presStyleLbl="node1" presStyleIdx="0" presStyleCnt="1" custScaleX="104997" custLinFactNeighborX="-73445" custLinFactNeighborY="-90">
        <dgm:presLayoutVars>
          <dgm:chMax val="1"/>
          <dgm:bulletEnabled val="1"/>
        </dgm:presLayoutVars>
      </dgm:prSet>
      <dgm:spPr/>
    </dgm:pt>
  </dgm:ptLst>
  <dgm:cxnLst>
    <dgm:cxn modelId="{37F99D59-5C1E-4CD8-9EA1-0CA893FBE264}" type="presOf" srcId="{D1B06743-48A2-4CB1-A4EA-AFB30D01342F}" destId="{F07F3503-E321-418F-9581-551BB7113551}" srcOrd="0" destOrd="0" presId="urn:microsoft.com/office/officeart/2005/8/layout/vList5"/>
    <dgm:cxn modelId="{72DA00E9-B04D-4B04-AD99-BBF3D3F25A23}" srcId="{5D499715-23D7-49E4-B78A-C20C884D61C8}" destId="{D1B06743-48A2-4CB1-A4EA-AFB30D01342F}" srcOrd="0" destOrd="0" parTransId="{275CC961-2463-4B18-93E8-10B2F121F6B3}" sibTransId="{F7928B69-63A9-403B-A0E2-F01B42920FB6}"/>
    <dgm:cxn modelId="{D9AE4BEC-B4BC-4F3F-AF70-072927BDD511}" type="presOf" srcId="{5D499715-23D7-49E4-B78A-C20C884D61C8}" destId="{833EA589-03D7-445E-AD4F-1168860498A3}" srcOrd="0" destOrd="0" presId="urn:microsoft.com/office/officeart/2005/8/layout/vList5"/>
    <dgm:cxn modelId="{EA36581C-3851-4C8C-820B-939378B67803}" type="presParOf" srcId="{833EA589-03D7-445E-AD4F-1168860498A3}" destId="{4C590312-7801-40FD-8F1C-ACADCFB592C2}" srcOrd="0" destOrd="0" presId="urn:microsoft.com/office/officeart/2005/8/layout/vList5"/>
    <dgm:cxn modelId="{40E28F75-BA5E-47BA-80DD-092D53E28561}" type="presParOf" srcId="{4C590312-7801-40FD-8F1C-ACADCFB592C2}" destId="{F07F3503-E321-418F-9581-551BB7113551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1B9FD1F-963F-4C7D-B04D-FAA700DA548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16C37CA-D005-41D1-B2F5-9E963452D851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IN" dirty="0"/>
            <a:t>   Occupied </a:t>
          </a:r>
        </a:p>
      </dgm:t>
    </dgm:pt>
    <dgm:pt modelId="{87725A35-FD5B-4A05-8873-BAFD4348CC67}" type="parTrans" cxnId="{D64B8A6A-22B5-474E-BEC6-495BC47E10E0}">
      <dgm:prSet/>
      <dgm:spPr/>
      <dgm:t>
        <a:bodyPr/>
        <a:lstStyle/>
        <a:p>
          <a:endParaRPr lang="en-IN"/>
        </a:p>
      </dgm:t>
    </dgm:pt>
    <dgm:pt modelId="{75EAF993-F816-4214-A374-5B73CCB6FEFB}" type="sibTrans" cxnId="{D64B8A6A-22B5-474E-BEC6-495BC47E10E0}">
      <dgm:prSet/>
      <dgm:spPr/>
      <dgm:t>
        <a:bodyPr/>
        <a:lstStyle/>
        <a:p>
          <a:endParaRPr lang="en-IN"/>
        </a:p>
      </dgm:t>
    </dgm:pt>
    <dgm:pt modelId="{2C712211-96ED-4DE1-8BAC-696B0B34B905}" type="pres">
      <dgm:prSet presAssocID="{71B9FD1F-963F-4C7D-B04D-FAA700DA5485}" presName="linear" presStyleCnt="0">
        <dgm:presLayoutVars>
          <dgm:animLvl val="lvl"/>
          <dgm:resizeHandles val="exact"/>
        </dgm:presLayoutVars>
      </dgm:prSet>
      <dgm:spPr/>
    </dgm:pt>
    <dgm:pt modelId="{2B46EE61-42CA-4CE2-99B1-4006A732A4D9}" type="pres">
      <dgm:prSet presAssocID="{216C37CA-D005-41D1-B2F5-9E963452D851}" presName="parentText" presStyleLbl="node1" presStyleIdx="0" presStyleCnt="1" custScaleX="52013" custScaleY="102811" custLinFactNeighborX="-19263" custLinFactNeighborY="-33801">
        <dgm:presLayoutVars>
          <dgm:chMax val="0"/>
          <dgm:bulletEnabled val="1"/>
        </dgm:presLayoutVars>
      </dgm:prSet>
      <dgm:spPr/>
    </dgm:pt>
  </dgm:ptLst>
  <dgm:cxnLst>
    <dgm:cxn modelId="{ABC17919-EBEA-455D-8E4C-4D3B23E05264}" type="presOf" srcId="{216C37CA-D005-41D1-B2F5-9E963452D851}" destId="{2B46EE61-42CA-4CE2-99B1-4006A732A4D9}" srcOrd="0" destOrd="0" presId="urn:microsoft.com/office/officeart/2005/8/layout/vList2"/>
    <dgm:cxn modelId="{D64B8A6A-22B5-474E-BEC6-495BC47E10E0}" srcId="{71B9FD1F-963F-4C7D-B04D-FAA700DA5485}" destId="{216C37CA-D005-41D1-B2F5-9E963452D851}" srcOrd="0" destOrd="0" parTransId="{87725A35-FD5B-4A05-8873-BAFD4348CC67}" sibTransId="{75EAF993-F816-4214-A374-5B73CCB6FEFB}"/>
    <dgm:cxn modelId="{570BCF4B-CEE9-4701-A33A-C90A91C0D878}" type="presOf" srcId="{71B9FD1F-963F-4C7D-B04D-FAA700DA5485}" destId="{2C712211-96ED-4DE1-8BAC-696B0B34B905}" srcOrd="0" destOrd="0" presId="urn:microsoft.com/office/officeart/2005/8/layout/vList2"/>
    <dgm:cxn modelId="{6D2454E4-B704-49C5-BE91-F759A7A1F01D}" type="presParOf" srcId="{2C712211-96ED-4DE1-8BAC-696B0B34B905}" destId="{2B46EE61-42CA-4CE2-99B1-4006A732A4D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FDBD3BA-4676-447E-AF11-EB86D634BC3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410FB4C-7E6B-4708-AF61-5E9D3F76750D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IN" dirty="0"/>
            <a:t> available</a:t>
          </a:r>
        </a:p>
      </dgm:t>
    </dgm:pt>
    <dgm:pt modelId="{31007FD7-6F06-41D0-87CB-A90630DA7A5B}" type="parTrans" cxnId="{AF61F082-C28F-4B4C-A296-E6B07C08CE45}">
      <dgm:prSet/>
      <dgm:spPr/>
      <dgm:t>
        <a:bodyPr/>
        <a:lstStyle/>
        <a:p>
          <a:endParaRPr lang="en-IN"/>
        </a:p>
      </dgm:t>
    </dgm:pt>
    <dgm:pt modelId="{E1AF8197-336C-46F0-A908-D23209789E05}" type="sibTrans" cxnId="{AF61F082-C28F-4B4C-A296-E6B07C08CE45}">
      <dgm:prSet/>
      <dgm:spPr/>
      <dgm:t>
        <a:bodyPr/>
        <a:lstStyle/>
        <a:p>
          <a:endParaRPr lang="en-IN"/>
        </a:p>
      </dgm:t>
    </dgm:pt>
    <dgm:pt modelId="{3B430094-2B77-4167-A08C-A2DBFF0125B8}" type="pres">
      <dgm:prSet presAssocID="{AFDBD3BA-4676-447E-AF11-EB86D634BC33}" presName="linear" presStyleCnt="0">
        <dgm:presLayoutVars>
          <dgm:animLvl val="lvl"/>
          <dgm:resizeHandles val="exact"/>
        </dgm:presLayoutVars>
      </dgm:prSet>
      <dgm:spPr/>
    </dgm:pt>
    <dgm:pt modelId="{A9CADAC1-FD75-4308-A13B-7DDBD605AAAD}" type="pres">
      <dgm:prSet presAssocID="{D410FB4C-7E6B-4708-AF61-5E9D3F76750D}" presName="parentText" presStyleLbl="node1" presStyleIdx="0" presStyleCnt="1" custLinFactNeighborX="-7619" custLinFactNeighborY="-163">
        <dgm:presLayoutVars>
          <dgm:chMax val="0"/>
          <dgm:bulletEnabled val="1"/>
        </dgm:presLayoutVars>
      </dgm:prSet>
      <dgm:spPr/>
    </dgm:pt>
  </dgm:ptLst>
  <dgm:cxnLst>
    <dgm:cxn modelId="{19C11405-72C3-4717-A35A-4BD930278B88}" type="presOf" srcId="{D410FB4C-7E6B-4708-AF61-5E9D3F76750D}" destId="{A9CADAC1-FD75-4308-A13B-7DDBD605AAAD}" srcOrd="0" destOrd="0" presId="urn:microsoft.com/office/officeart/2005/8/layout/vList2"/>
    <dgm:cxn modelId="{C4F3D209-1187-406E-B9C8-562BB208AADA}" type="presOf" srcId="{AFDBD3BA-4676-447E-AF11-EB86D634BC33}" destId="{3B430094-2B77-4167-A08C-A2DBFF0125B8}" srcOrd="0" destOrd="0" presId="urn:microsoft.com/office/officeart/2005/8/layout/vList2"/>
    <dgm:cxn modelId="{AF61F082-C28F-4B4C-A296-E6B07C08CE45}" srcId="{AFDBD3BA-4676-447E-AF11-EB86D634BC33}" destId="{D410FB4C-7E6B-4708-AF61-5E9D3F76750D}" srcOrd="0" destOrd="0" parTransId="{31007FD7-6F06-41D0-87CB-A90630DA7A5B}" sibTransId="{E1AF8197-336C-46F0-A908-D23209789E05}"/>
    <dgm:cxn modelId="{7D68186A-73F7-417D-B345-AF694111A01D}" type="presParOf" srcId="{3B430094-2B77-4167-A08C-A2DBFF0125B8}" destId="{A9CADAC1-FD75-4308-A13B-7DDBD605AAA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11D26A6-33F4-429E-87FF-C6BBF83606C4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7F7B99C-60E6-4D2E-900D-2692DC334878}">
      <dgm:prSet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IN" dirty="0"/>
            <a:t>Book appointments</a:t>
          </a:r>
        </a:p>
      </dgm:t>
    </dgm:pt>
    <dgm:pt modelId="{EEBB6365-856B-4388-9B59-880349B11485}" type="parTrans" cxnId="{F8BC133C-C96F-418D-8ED2-75B2C0A19780}">
      <dgm:prSet/>
      <dgm:spPr/>
      <dgm:t>
        <a:bodyPr/>
        <a:lstStyle/>
        <a:p>
          <a:endParaRPr lang="en-IN"/>
        </a:p>
      </dgm:t>
    </dgm:pt>
    <dgm:pt modelId="{F48C631A-BCF9-46D6-9C33-F362A8D7B226}" type="sibTrans" cxnId="{F8BC133C-C96F-418D-8ED2-75B2C0A19780}">
      <dgm:prSet/>
      <dgm:spPr/>
      <dgm:t>
        <a:bodyPr/>
        <a:lstStyle/>
        <a:p>
          <a:endParaRPr lang="en-IN"/>
        </a:p>
      </dgm:t>
    </dgm:pt>
    <dgm:pt modelId="{33EF4EAB-E01D-4991-84C0-D3E535656E1D}" type="pres">
      <dgm:prSet presAssocID="{C11D26A6-33F4-429E-87FF-C6BBF83606C4}" presName="Name0" presStyleCnt="0">
        <dgm:presLayoutVars>
          <dgm:dir/>
          <dgm:animLvl val="lvl"/>
          <dgm:resizeHandles val="exact"/>
        </dgm:presLayoutVars>
      </dgm:prSet>
      <dgm:spPr/>
    </dgm:pt>
    <dgm:pt modelId="{23363EA3-14EA-4008-A206-8491845D2696}" type="pres">
      <dgm:prSet presAssocID="{77F7B99C-60E6-4D2E-900D-2692DC334878}" presName="linNode" presStyleCnt="0"/>
      <dgm:spPr/>
    </dgm:pt>
    <dgm:pt modelId="{BAB297E7-5C8A-4E02-8B39-4F6A9B23CB40}" type="pres">
      <dgm:prSet presAssocID="{77F7B99C-60E6-4D2E-900D-2692DC334878}" presName="parentText" presStyleLbl="node1" presStyleIdx="0" presStyleCnt="1" custScaleX="154321" custLinFactNeighborX="-33659" custLinFactNeighborY="-5294">
        <dgm:presLayoutVars>
          <dgm:chMax val="1"/>
          <dgm:bulletEnabled val="1"/>
        </dgm:presLayoutVars>
      </dgm:prSet>
      <dgm:spPr/>
    </dgm:pt>
  </dgm:ptLst>
  <dgm:cxnLst>
    <dgm:cxn modelId="{F8BC133C-C96F-418D-8ED2-75B2C0A19780}" srcId="{C11D26A6-33F4-429E-87FF-C6BBF83606C4}" destId="{77F7B99C-60E6-4D2E-900D-2692DC334878}" srcOrd="0" destOrd="0" parTransId="{EEBB6365-856B-4388-9B59-880349B11485}" sibTransId="{F48C631A-BCF9-46D6-9C33-F362A8D7B226}"/>
    <dgm:cxn modelId="{0E3CEF5D-B2BF-47DE-9917-8A1CD8430EA8}" type="presOf" srcId="{77F7B99C-60E6-4D2E-900D-2692DC334878}" destId="{BAB297E7-5C8A-4E02-8B39-4F6A9B23CB40}" srcOrd="0" destOrd="0" presId="urn:microsoft.com/office/officeart/2005/8/layout/vList5"/>
    <dgm:cxn modelId="{29C16DA6-D7EB-49FA-88BA-0CECBFFACE4C}" type="presOf" srcId="{C11D26A6-33F4-429E-87FF-C6BBF83606C4}" destId="{33EF4EAB-E01D-4991-84C0-D3E535656E1D}" srcOrd="0" destOrd="0" presId="urn:microsoft.com/office/officeart/2005/8/layout/vList5"/>
    <dgm:cxn modelId="{4452E53C-8BF7-4E32-A9E5-D662F23A6655}" type="presParOf" srcId="{33EF4EAB-E01D-4991-84C0-D3E535656E1D}" destId="{23363EA3-14EA-4008-A206-8491845D2696}" srcOrd="0" destOrd="0" presId="urn:microsoft.com/office/officeart/2005/8/layout/vList5"/>
    <dgm:cxn modelId="{BEE076FD-E99F-4860-9BA0-9A72B21540BE}" type="presParOf" srcId="{23363EA3-14EA-4008-A206-8491845D2696}" destId="{BAB297E7-5C8A-4E02-8B39-4F6A9B23CB40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3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9673297-284C-4202-AE64-0EF057FCBBC7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D7FB1A4-0F17-4C70-94DB-5E74AA7AA53C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IN" dirty="0"/>
            <a:t>Admin/staffs </a:t>
          </a:r>
        </a:p>
      </dgm:t>
    </dgm:pt>
    <dgm:pt modelId="{52C3A1B5-E468-4BD7-92B8-0EC7C2D3537C}" type="parTrans" cxnId="{2D7354C8-95CC-4E0C-A0EA-810F56C8098B}">
      <dgm:prSet/>
      <dgm:spPr/>
      <dgm:t>
        <a:bodyPr/>
        <a:lstStyle/>
        <a:p>
          <a:endParaRPr lang="en-IN"/>
        </a:p>
      </dgm:t>
    </dgm:pt>
    <dgm:pt modelId="{11950C40-54FD-4796-AA96-D6CE9F8FBF5E}" type="sibTrans" cxnId="{2D7354C8-95CC-4E0C-A0EA-810F56C8098B}">
      <dgm:prSet/>
      <dgm:spPr/>
      <dgm:t>
        <a:bodyPr/>
        <a:lstStyle/>
        <a:p>
          <a:endParaRPr lang="en-IN"/>
        </a:p>
      </dgm:t>
    </dgm:pt>
    <dgm:pt modelId="{89C46DC5-F4D3-49BE-83A7-B62186B36E55}">
      <dgm:prSet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IN" dirty="0"/>
            <a:t>Manages database</a:t>
          </a:r>
        </a:p>
      </dgm:t>
    </dgm:pt>
    <dgm:pt modelId="{1F6B37C5-7E0D-4464-AC54-592C7B56FB0A}" type="parTrans" cxnId="{0AE4A867-9CBF-4E40-979B-C198750CDB4D}">
      <dgm:prSet/>
      <dgm:spPr/>
      <dgm:t>
        <a:bodyPr/>
        <a:lstStyle/>
        <a:p>
          <a:endParaRPr lang="en-IN"/>
        </a:p>
      </dgm:t>
    </dgm:pt>
    <dgm:pt modelId="{2566B6B6-90AA-4314-B922-1208B177DB06}" type="sibTrans" cxnId="{0AE4A867-9CBF-4E40-979B-C198750CDB4D}">
      <dgm:prSet/>
      <dgm:spPr/>
      <dgm:t>
        <a:bodyPr/>
        <a:lstStyle/>
        <a:p>
          <a:endParaRPr lang="en-IN"/>
        </a:p>
      </dgm:t>
    </dgm:pt>
    <dgm:pt modelId="{53D3DF02-0AEA-458E-989C-0B30F4BFD770}">
      <dgm:prSet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n-IN" dirty="0"/>
            <a:t>Real time data </a:t>
          </a:r>
          <a:r>
            <a:rPr lang="en-IN" dirty="0" err="1"/>
            <a:t>Updations</a:t>
          </a:r>
          <a:endParaRPr lang="en-IN" dirty="0"/>
        </a:p>
      </dgm:t>
    </dgm:pt>
    <dgm:pt modelId="{81F93DAC-B537-4856-B7FC-77E02A567D29}" type="parTrans" cxnId="{9D8992B2-37B2-41AF-B257-C45942676BC6}">
      <dgm:prSet/>
      <dgm:spPr/>
      <dgm:t>
        <a:bodyPr/>
        <a:lstStyle/>
        <a:p>
          <a:endParaRPr lang="en-IN"/>
        </a:p>
      </dgm:t>
    </dgm:pt>
    <dgm:pt modelId="{6C9A87DA-BBED-48F5-A823-BBE4655E4D30}" type="sibTrans" cxnId="{9D8992B2-37B2-41AF-B257-C45942676BC6}">
      <dgm:prSet/>
      <dgm:spPr/>
      <dgm:t>
        <a:bodyPr/>
        <a:lstStyle/>
        <a:p>
          <a:endParaRPr lang="en-IN"/>
        </a:p>
      </dgm:t>
    </dgm:pt>
    <dgm:pt modelId="{D69A1ECD-C854-495F-874F-837D08DB62CC}" type="pres">
      <dgm:prSet presAssocID="{A9673297-284C-4202-AE64-0EF057FCBBC7}" presName="Name0" presStyleCnt="0">
        <dgm:presLayoutVars>
          <dgm:dir/>
          <dgm:resizeHandles val="exact"/>
        </dgm:presLayoutVars>
      </dgm:prSet>
      <dgm:spPr/>
    </dgm:pt>
    <dgm:pt modelId="{00E446C2-2E9E-4D5C-B62E-3AFC7419F92F}" type="pres">
      <dgm:prSet presAssocID="{9D7FB1A4-0F17-4C70-94DB-5E74AA7AA53C}" presName="node" presStyleLbl="node1" presStyleIdx="0" presStyleCnt="3" custLinFactNeighborX="13075" custLinFactNeighborY="8779">
        <dgm:presLayoutVars>
          <dgm:bulletEnabled val="1"/>
        </dgm:presLayoutVars>
      </dgm:prSet>
      <dgm:spPr/>
    </dgm:pt>
    <dgm:pt modelId="{F4A51FC7-96D7-45B5-9AD0-D0D14B5A5BB8}" type="pres">
      <dgm:prSet presAssocID="{11950C40-54FD-4796-AA96-D6CE9F8FBF5E}" presName="sibTrans" presStyleLbl="sibTrans2D1" presStyleIdx="0" presStyleCnt="2"/>
      <dgm:spPr/>
    </dgm:pt>
    <dgm:pt modelId="{C978628C-6560-4428-BA04-8CD0CCC7B254}" type="pres">
      <dgm:prSet presAssocID="{11950C40-54FD-4796-AA96-D6CE9F8FBF5E}" presName="connectorText" presStyleLbl="sibTrans2D1" presStyleIdx="0" presStyleCnt="2"/>
      <dgm:spPr/>
    </dgm:pt>
    <dgm:pt modelId="{5CDA34C7-C32C-438F-A166-DFB002B801F1}" type="pres">
      <dgm:prSet presAssocID="{89C46DC5-F4D3-49BE-83A7-B62186B36E55}" presName="node" presStyleLbl="node1" presStyleIdx="1" presStyleCnt="3">
        <dgm:presLayoutVars>
          <dgm:bulletEnabled val="1"/>
        </dgm:presLayoutVars>
      </dgm:prSet>
      <dgm:spPr/>
    </dgm:pt>
    <dgm:pt modelId="{EFE553EF-ECA5-4502-B790-F66B3D78252D}" type="pres">
      <dgm:prSet presAssocID="{2566B6B6-90AA-4314-B922-1208B177DB06}" presName="sibTrans" presStyleLbl="sibTrans2D1" presStyleIdx="1" presStyleCnt="2"/>
      <dgm:spPr/>
    </dgm:pt>
    <dgm:pt modelId="{EFED7E03-61DA-4F86-A01B-0F4E115FA460}" type="pres">
      <dgm:prSet presAssocID="{2566B6B6-90AA-4314-B922-1208B177DB06}" presName="connectorText" presStyleLbl="sibTrans2D1" presStyleIdx="1" presStyleCnt="2"/>
      <dgm:spPr/>
    </dgm:pt>
    <dgm:pt modelId="{E691394B-BC72-4BAF-9845-1D542D217CFA}" type="pres">
      <dgm:prSet presAssocID="{53D3DF02-0AEA-458E-989C-0B30F4BFD770}" presName="node" presStyleLbl="node1" presStyleIdx="2" presStyleCnt="3">
        <dgm:presLayoutVars>
          <dgm:bulletEnabled val="1"/>
        </dgm:presLayoutVars>
      </dgm:prSet>
      <dgm:spPr/>
    </dgm:pt>
  </dgm:ptLst>
  <dgm:cxnLst>
    <dgm:cxn modelId="{8CEC1609-601A-425B-BC5E-8B2942CF519A}" type="presOf" srcId="{11950C40-54FD-4796-AA96-D6CE9F8FBF5E}" destId="{F4A51FC7-96D7-45B5-9AD0-D0D14B5A5BB8}" srcOrd="0" destOrd="0" presId="urn:microsoft.com/office/officeart/2005/8/layout/process1"/>
    <dgm:cxn modelId="{EEA3040D-D0FE-4F67-9487-A8D4EBD1064A}" type="presOf" srcId="{A9673297-284C-4202-AE64-0EF057FCBBC7}" destId="{D69A1ECD-C854-495F-874F-837D08DB62CC}" srcOrd="0" destOrd="0" presId="urn:microsoft.com/office/officeart/2005/8/layout/process1"/>
    <dgm:cxn modelId="{0AE4A867-9CBF-4E40-979B-C198750CDB4D}" srcId="{A9673297-284C-4202-AE64-0EF057FCBBC7}" destId="{89C46DC5-F4D3-49BE-83A7-B62186B36E55}" srcOrd="1" destOrd="0" parTransId="{1F6B37C5-7E0D-4464-AC54-592C7B56FB0A}" sibTransId="{2566B6B6-90AA-4314-B922-1208B177DB06}"/>
    <dgm:cxn modelId="{33B19C70-5336-4A19-A553-66080CA928D5}" type="presOf" srcId="{2566B6B6-90AA-4314-B922-1208B177DB06}" destId="{EFE553EF-ECA5-4502-B790-F66B3D78252D}" srcOrd="0" destOrd="0" presId="urn:microsoft.com/office/officeart/2005/8/layout/process1"/>
    <dgm:cxn modelId="{64FDFE87-0488-49A4-BA7D-DB24CDBD5932}" type="presOf" srcId="{89C46DC5-F4D3-49BE-83A7-B62186B36E55}" destId="{5CDA34C7-C32C-438F-A166-DFB002B801F1}" srcOrd="0" destOrd="0" presId="urn:microsoft.com/office/officeart/2005/8/layout/process1"/>
    <dgm:cxn modelId="{5CBEFBA5-C44A-4C02-84A4-7CA9E4AC3AA4}" type="presOf" srcId="{9D7FB1A4-0F17-4C70-94DB-5E74AA7AA53C}" destId="{00E446C2-2E9E-4D5C-B62E-3AFC7419F92F}" srcOrd="0" destOrd="0" presId="urn:microsoft.com/office/officeart/2005/8/layout/process1"/>
    <dgm:cxn modelId="{9D8992B2-37B2-41AF-B257-C45942676BC6}" srcId="{A9673297-284C-4202-AE64-0EF057FCBBC7}" destId="{53D3DF02-0AEA-458E-989C-0B30F4BFD770}" srcOrd="2" destOrd="0" parTransId="{81F93DAC-B537-4856-B7FC-77E02A567D29}" sibTransId="{6C9A87DA-BBED-48F5-A823-BBE4655E4D30}"/>
    <dgm:cxn modelId="{E3110DC5-96EE-4A21-BBFF-281E349E983A}" type="presOf" srcId="{11950C40-54FD-4796-AA96-D6CE9F8FBF5E}" destId="{C978628C-6560-4428-BA04-8CD0CCC7B254}" srcOrd="1" destOrd="0" presId="urn:microsoft.com/office/officeart/2005/8/layout/process1"/>
    <dgm:cxn modelId="{2D7354C8-95CC-4E0C-A0EA-810F56C8098B}" srcId="{A9673297-284C-4202-AE64-0EF057FCBBC7}" destId="{9D7FB1A4-0F17-4C70-94DB-5E74AA7AA53C}" srcOrd="0" destOrd="0" parTransId="{52C3A1B5-E468-4BD7-92B8-0EC7C2D3537C}" sibTransId="{11950C40-54FD-4796-AA96-D6CE9F8FBF5E}"/>
    <dgm:cxn modelId="{BF9B9BEA-781D-4D0D-98E3-D022BA4C778F}" type="presOf" srcId="{2566B6B6-90AA-4314-B922-1208B177DB06}" destId="{EFED7E03-61DA-4F86-A01B-0F4E115FA460}" srcOrd="1" destOrd="0" presId="urn:microsoft.com/office/officeart/2005/8/layout/process1"/>
    <dgm:cxn modelId="{87FF5EED-2AA4-4DFA-9999-EE786DBBE1BA}" type="presOf" srcId="{53D3DF02-0AEA-458E-989C-0B30F4BFD770}" destId="{E691394B-BC72-4BAF-9845-1D542D217CFA}" srcOrd="0" destOrd="0" presId="urn:microsoft.com/office/officeart/2005/8/layout/process1"/>
    <dgm:cxn modelId="{F83EF3DA-31BD-4FDF-800F-F95768C915E3}" type="presParOf" srcId="{D69A1ECD-C854-495F-874F-837D08DB62CC}" destId="{00E446C2-2E9E-4D5C-B62E-3AFC7419F92F}" srcOrd="0" destOrd="0" presId="urn:microsoft.com/office/officeart/2005/8/layout/process1"/>
    <dgm:cxn modelId="{26B222A6-502D-4E36-8950-243D92FD0D81}" type="presParOf" srcId="{D69A1ECD-C854-495F-874F-837D08DB62CC}" destId="{F4A51FC7-96D7-45B5-9AD0-D0D14B5A5BB8}" srcOrd="1" destOrd="0" presId="urn:microsoft.com/office/officeart/2005/8/layout/process1"/>
    <dgm:cxn modelId="{E697C595-A9AD-4B3F-99F1-E8889EC2BAB4}" type="presParOf" srcId="{F4A51FC7-96D7-45B5-9AD0-D0D14B5A5BB8}" destId="{C978628C-6560-4428-BA04-8CD0CCC7B254}" srcOrd="0" destOrd="0" presId="urn:microsoft.com/office/officeart/2005/8/layout/process1"/>
    <dgm:cxn modelId="{8D424527-55CD-46D9-8BE9-7B2FF33F716C}" type="presParOf" srcId="{D69A1ECD-C854-495F-874F-837D08DB62CC}" destId="{5CDA34C7-C32C-438F-A166-DFB002B801F1}" srcOrd="2" destOrd="0" presId="urn:microsoft.com/office/officeart/2005/8/layout/process1"/>
    <dgm:cxn modelId="{3BE619C4-9AF2-4AB4-A5AA-78833F049DD0}" type="presParOf" srcId="{D69A1ECD-C854-495F-874F-837D08DB62CC}" destId="{EFE553EF-ECA5-4502-B790-F66B3D78252D}" srcOrd="3" destOrd="0" presId="urn:microsoft.com/office/officeart/2005/8/layout/process1"/>
    <dgm:cxn modelId="{F337EDF6-691A-45E6-8936-04B5496A633C}" type="presParOf" srcId="{EFE553EF-ECA5-4502-B790-F66B3D78252D}" destId="{EFED7E03-61DA-4F86-A01B-0F4E115FA460}" srcOrd="0" destOrd="0" presId="urn:microsoft.com/office/officeart/2005/8/layout/process1"/>
    <dgm:cxn modelId="{E11171F9-5341-405E-9D37-4691E7DF8DE0}" type="presParOf" srcId="{D69A1ECD-C854-495F-874F-837D08DB62CC}" destId="{E691394B-BC72-4BAF-9845-1D542D217CFA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4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2334DD-B264-4CEC-95B1-29436A2F6E14}">
      <dsp:nvSpPr>
        <dsp:cNvPr id="0" name=""/>
        <dsp:cNvSpPr/>
      </dsp:nvSpPr>
      <dsp:spPr>
        <a:xfrm>
          <a:off x="0" y="0"/>
          <a:ext cx="879613" cy="580198"/>
        </a:xfrm>
        <a:prstGeom prst="roundRect">
          <a:avLst>
            <a:gd name="adj" fmla="val 10000"/>
          </a:avLst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>
              <a:solidFill>
                <a:schemeClr val="bg1"/>
              </a:solidFill>
            </a:rPr>
            <a:t>User</a:t>
          </a:r>
          <a:r>
            <a:rPr lang="en-IN" sz="1000" kern="1200" dirty="0"/>
            <a:t>/Patient</a:t>
          </a:r>
        </a:p>
      </dsp:txBody>
      <dsp:txXfrm>
        <a:off x="16993" y="16993"/>
        <a:ext cx="845627" cy="546212"/>
      </dsp:txXfrm>
    </dsp:sp>
    <dsp:sp modelId="{817CF690-CBBE-4531-ADC9-F1ACB109C7C1}">
      <dsp:nvSpPr>
        <dsp:cNvPr id="0" name=""/>
        <dsp:cNvSpPr/>
      </dsp:nvSpPr>
      <dsp:spPr>
        <a:xfrm rot="79397">
          <a:off x="882201" y="211333"/>
          <a:ext cx="239744" cy="1835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700" kern="1200"/>
        </a:p>
      </dsp:txBody>
      <dsp:txXfrm>
        <a:off x="882208" y="247399"/>
        <a:ext cx="184692" cy="110104"/>
      </dsp:txXfrm>
    </dsp:sp>
    <dsp:sp modelId="{4C26C7DB-407C-4BBE-81EC-359C3528FB83}">
      <dsp:nvSpPr>
        <dsp:cNvPr id="0" name=""/>
        <dsp:cNvSpPr/>
      </dsp:nvSpPr>
      <dsp:spPr>
        <a:xfrm>
          <a:off x="1117401" y="59752"/>
          <a:ext cx="635200" cy="506670"/>
        </a:xfrm>
        <a:prstGeom prst="roundRect">
          <a:avLst>
            <a:gd name="adj" fmla="val 10000"/>
          </a:avLst>
        </a:prstGeom>
        <a:solidFill>
          <a:srgbClr val="FE817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Web interface</a:t>
          </a:r>
        </a:p>
      </dsp:txBody>
      <dsp:txXfrm>
        <a:off x="1132241" y="74592"/>
        <a:ext cx="605520" cy="476990"/>
      </dsp:txXfrm>
    </dsp:sp>
    <dsp:sp modelId="{BD86B8CF-7159-49DD-B491-BE9E8853566A}">
      <dsp:nvSpPr>
        <dsp:cNvPr id="0" name=""/>
        <dsp:cNvSpPr/>
      </dsp:nvSpPr>
      <dsp:spPr>
        <a:xfrm rot="21585407">
          <a:off x="1808823" y="220451"/>
          <a:ext cx="155571" cy="1814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700" kern="1200"/>
        </a:p>
      </dsp:txBody>
      <dsp:txXfrm>
        <a:off x="1808823" y="256838"/>
        <a:ext cx="108900" cy="108862"/>
      </dsp:txXfrm>
    </dsp:sp>
    <dsp:sp modelId="{1CE7E187-7D70-4E38-9687-7F0F11A80F0B}">
      <dsp:nvSpPr>
        <dsp:cNvPr id="0" name=""/>
        <dsp:cNvSpPr/>
      </dsp:nvSpPr>
      <dsp:spPr>
        <a:xfrm>
          <a:off x="2012811" y="41241"/>
          <a:ext cx="5963048" cy="513474"/>
        </a:xfrm>
        <a:prstGeom prst="roundRect">
          <a:avLst>
            <a:gd name="adj" fmla="val 10000"/>
          </a:avLst>
        </a:prstGeom>
        <a:solidFill>
          <a:schemeClr val="tx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Hospitals</a:t>
          </a:r>
        </a:p>
      </dsp:txBody>
      <dsp:txXfrm>
        <a:off x="2027850" y="56280"/>
        <a:ext cx="5932970" cy="4833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34EF3A-5829-4017-A796-6476E712AA2E}">
      <dsp:nvSpPr>
        <dsp:cNvPr id="0" name=""/>
        <dsp:cNvSpPr/>
      </dsp:nvSpPr>
      <dsp:spPr>
        <a:xfrm>
          <a:off x="685800" y="15554"/>
          <a:ext cx="1618488" cy="483209"/>
        </a:xfrm>
        <a:prstGeom prst="roundRect">
          <a:avLst/>
        </a:prstGeom>
        <a:solidFill>
          <a:schemeClr val="accent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Digital tokens</a:t>
          </a:r>
        </a:p>
      </dsp:txBody>
      <dsp:txXfrm>
        <a:off x="709388" y="39142"/>
        <a:ext cx="1571312" cy="436033"/>
      </dsp:txXfrm>
    </dsp:sp>
    <dsp:sp modelId="{1944B64C-40F9-412F-BE80-0221EFF98DF2}">
      <dsp:nvSpPr>
        <dsp:cNvPr id="0" name=""/>
        <dsp:cNvSpPr/>
      </dsp:nvSpPr>
      <dsp:spPr>
        <a:xfrm>
          <a:off x="228593" y="895622"/>
          <a:ext cx="2380504" cy="559290"/>
        </a:xfrm>
        <a:prstGeom prst="roundRect">
          <a:avLst/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 Queries about queue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Waiting time/queue status</a:t>
          </a:r>
        </a:p>
      </dsp:txBody>
      <dsp:txXfrm>
        <a:off x="255895" y="922924"/>
        <a:ext cx="2325900" cy="50468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7F3503-E321-418F-9581-551BB7113551}">
      <dsp:nvSpPr>
        <dsp:cNvPr id="0" name=""/>
        <dsp:cNvSpPr/>
      </dsp:nvSpPr>
      <dsp:spPr>
        <a:xfrm>
          <a:off x="213070" y="0"/>
          <a:ext cx="1728166" cy="517844"/>
        </a:xfrm>
        <a:prstGeom prst="roundRect">
          <a:avLst/>
        </a:prstGeom>
        <a:solidFill>
          <a:schemeClr val="bg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Bed/ICU availability </a:t>
          </a:r>
        </a:p>
      </dsp:txBody>
      <dsp:txXfrm>
        <a:off x="238349" y="25279"/>
        <a:ext cx="1677608" cy="46728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46EE61-42CA-4CE2-99B1-4006A732A4D9}">
      <dsp:nvSpPr>
        <dsp:cNvPr id="0" name=""/>
        <dsp:cNvSpPr/>
      </dsp:nvSpPr>
      <dsp:spPr>
        <a:xfrm>
          <a:off x="104534" y="0"/>
          <a:ext cx="1149383" cy="443865"/>
        </a:xfrm>
        <a:prstGeom prst="roundRect">
          <a:avLst/>
        </a:prstGeom>
        <a:solidFill>
          <a:schemeClr val="bg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   Occupied </a:t>
          </a:r>
        </a:p>
      </dsp:txBody>
      <dsp:txXfrm>
        <a:off x="126202" y="21668"/>
        <a:ext cx="1106047" cy="40052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CADAC1-FD75-4308-A13B-7DDBD605AAAD}">
      <dsp:nvSpPr>
        <dsp:cNvPr id="0" name=""/>
        <dsp:cNvSpPr/>
      </dsp:nvSpPr>
      <dsp:spPr>
        <a:xfrm>
          <a:off x="0" y="0"/>
          <a:ext cx="1295400" cy="455715"/>
        </a:xfrm>
        <a:prstGeom prst="roundRect">
          <a:avLst/>
        </a:prstGeom>
        <a:solidFill>
          <a:schemeClr val="bg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 available</a:t>
          </a:r>
        </a:p>
      </dsp:txBody>
      <dsp:txXfrm>
        <a:off x="22246" y="22246"/>
        <a:ext cx="1250908" cy="41122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B297E7-5C8A-4E02-8B39-4F6A9B23CB40}">
      <dsp:nvSpPr>
        <dsp:cNvPr id="0" name=""/>
        <dsp:cNvSpPr/>
      </dsp:nvSpPr>
      <dsp:spPr>
        <a:xfrm>
          <a:off x="207899" y="0"/>
          <a:ext cx="1143000" cy="517841"/>
        </a:xfrm>
        <a:prstGeom prst="roundRect">
          <a:avLst/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Book appointments</a:t>
          </a:r>
        </a:p>
      </dsp:txBody>
      <dsp:txXfrm>
        <a:off x="233178" y="25279"/>
        <a:ext cx="1092442" cy="46728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E446C2-2E9E-4D5C-B62E-3AFC7419F92F}">
      <dsp:nvSpPr>
        <dsp:cNvPr id="0" name=""/>
        <dsp:cNvSpPr/>
      </dsp:nvSpPr>
      <dsp:spPr>
        <a:xfrm>
          <a:off x="85768" y="0"/>
          <a:ext cx="1541338" cy="461117"/>
        </a:xfrm>
        <a:prstGeom prst="roundRect">
          <a:avLst>
            <a:gd name="adj" fmla="val 10000"/>
          </a:avLst>
        </a:prstGeom>
        <a:solidFill>
          <a:schemeClr val="accent4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Admin/staffs </a:t>
          </a:r>
        </a:p>
      </dsp:txBody>
      <dsp:txXfrm>
        <a:off x="99274" y="13506"/>
        <a:ext cx="1514326" cy="434105"/>
      </dsp:txXfrm>
    </dsp:sp>
    <dsp:sp modelId="{F4A51FC7-96D7-45B5-9AD0-D0D14B5A5BB8}">
      <dsp:nvSpPr>
        <dsp:cNvPr id="0" name=""/>
        <dsp:cNvSpPr/>
      </dsp:nvSpPr>
      <dsp:spPr>
        <a:xfrm>
          <a:off x="1761088" y="39432"/>
          <a:ext cx="284039" cy="3822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>
        <a:off x="1761088" y="115882"/>
        <a:ext cx="198827" cy="229351"/>
      </dsp:txXfrm>
    </dsp:sp>
    <dsp:sp modelId="{5CDA34C7-C32C-438F-A166-DFB002B801F1}">
      <dsp:nvSpPr>
        <dsp:cNvPr id="0" name=""/>
        <dsp:cNvSpPr/>
      </dsp:nvSpPr>
      <dsp:spPr>
        <a:xfrm>
          <a:off x="2163030" y="0"/>
          <a:ext cx="1541338" cy="461117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Manages database</a:t>
          </a:r>
        </a:p>
      </dsp:txBody>
      <dsp:txXfrm>
        <a:off x="2176536" y="13506"/>
        <a:ext cx="1514326" cy="434105"/>
      </dsp:txXfrm>
    </dsp:sp>
    <dsp:sp modelId="{EFE553EF-ECA5-4502-B790-F66B3D78252D}">
      <dsp:nvSpPr>
        <dsp:cNvPr id="0" name=""/>
        <dsp:cNvSpPr/>
      </dsp:nvSpPr>
      <dsp:spPr>
        <a:xfrm>
          <a:off x="3858503" y="39432"/>
          <a:ext cx="326763" cy="3822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>
        <a:off x="3858503" y="115882"/>
        <a:ext cx="228734" cy="229351"/>
      </dsp:txXfrm>
    </dsp:sp>
    <dsp:sp modelId="{E691394B-BC72-4BAF-9845-1D542D217CFA}">
      <dsp:nvSpPr>
        <dsp:cNvPr id="0" name=""/>
        <dsp:cNvSpPr/>
      </dsp:nvSpPr>
      <dsp:spPr>
        <a:xfrm>
          <a:off x="4320904" y="0"/>
          <a:ext cx="1541338" cy="461117"/>
        </a:xfrm>
        <a:prstGeom prst="roundRect">
          <a:avLst>
            <a:gd name="adj" fmla="val 10000"/>
          </a:avLst>
        </a:prstGeom>
        <a:solidFill>
          <a:schemeClr val="accent4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Real time data </a:t>
          </a:r>
          <a:r>
            <a:rPr lang="en-IN" sz="1200" kern="1200" dirty="0" err="1"/>
            <a:t>Updations</a:t>
          </a:r>
          <a:endParaRPr lang="en-IN" sz="1200" kern="1200" dirty="0"/>
        </a:p>
      </dsp:txBody>
      <dsp:txXfrm>
        <a:off x="4334410" y="13506"/>
        <a:ext cx="1514326" cy="4341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 u="heavy">
                <a:solidFill>
                  <a:srgbClr val="2A3890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 u="heavy">
                <a:solidFill>
                  <a:srgbClr val="2A3890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 u="heavy">
                <a:solidFill>
                  <a:srgbClr val="2A3890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 u="heavy">
                <a:solidFill>
                  <a:srgbClr val="2A3890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54895" y="3903669"/>
            <a:ext cx="989330" cy="988060"/>
          </a:xfrm>
          <a:custGeom>
            <a:avLst/>
            <a:gdLst/>
            <a:ahLst/>
            <a:cxnLst/>
            <a:rect l="l" t="t" r="r" b="b"/>
            <a:pathLst>
              <a:path w="989329" h="988060">
                <a:moveTo>
                  <a:pt x="989099" y="987899"/>
                </a:moveTo>
                <a:lnTo>
                  <a:pt x="0" y="987899"/>
                </a:lnTo>
                <a:lnTo>
                  <a:pt x="0" y="0"/>
                </a:lnTo>
                <a:lnTo>
                  <a:pt x="989099" y="987899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181163" y="3903669"/>
            <a:ext cx="989330" cy="988060"/>
          </a:xfrm>
          <a:custGeom>
            <a:avLst/>
            <a:gdLst/>
            <a:ahLst/>
            <a:cxnLst/>
            <a:rect l="l" t="t" r="r" b="b"/>
            <a:pathLst>
              <a:path w="989329" h="988060">
                <a:moveTo>
                  <a:pt x="989100" y="987899"/>
                </a:moveTo>
                <a:lnTo>
                  <a:pt x="0" y="987899"/>
                </a:lnTo>
                <a:lnTo>
                  <a:pt x="989100" y="0"/>
                </a:lnTo>
                <a:lnTo>
                  <a:pt x="989100" y="987899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170273" y="3903669"/>
            <a:ext cx="989330" cy="988060"/>
          </a:xfrm>
          <a:custGeom>
            <a:avLst/>
            <a:gdLst/>
            <a:ahLst/>
            <a:cxnLst/>
            <a:rect l="l" t="t" r="r" b="b"/>
            <a:pathLst>
              <a:path w="989329" h="988060">
                <a:moveTo>
                  <a:pt x="989099" y="987899"/>
                </a:moveTo>
                <a:lnTo>
                  <a:pt x="0" y="987899"/>
                </a:lnTo>
                <a:lnTo>
                  <a:pt x="0" y="0"/>
                </a:lnTo>
                <a:lnTo>
                  <a:pt x="989099" y="0"/>
                </a:lnTo>
                <a:lnTo>
                  <a:pt x="989099" y="987899"/>
                </a:lnTo>
                <a:close/>
              </a:path>
            </a:pathLst>
          </a:custGeom>
          <a:solidFill>
            <a:srgbClr val="D133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154757" y="3903681"/>
            <a:ext cx="989330" cy="988060"/>
          </a:xfrm>
          <a:custGeom>
            <a:avLst/>
            <a:gdLst/>
            <a:ahLst/>
            <a:cxnLst/>
            <a:rect l="l" t="t" r="r" b="b"/>
            <a:pathLst>
              <a:path w="989329" h="988060">
                <a:moveTo>
                  <a:pt x="989099" y="987899"/>
                </a:moveTo>
                <a:lnTo>
                  <a:pt x="0" y="0"/>
                </a:lnTo>
                <a:lnTo>
                  <a:pt x="989099" y="0"/>
                </a:lnTo>
                <a:lnTo>
                  <a:pt x="989099" y="987899"/>
                </a:lnTo>
                <a:close/>
              </a:path>
            </a:pathLst>
          </a:custGeom>
          <a:solidFill>
            <a:srgbClr val="9B25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4891594"/>
            <a:ext cx="9144000" cy="252095"/>
          </a:xfrm>
          <a:custGeom>
            <a:avLst/>
            <a:gdLst/>
            <a:ahLst/>
            <a:cxnLst/>
            <a:rect l="l" t="t" r="r" b="b"/>
            <a:pathLst>
              <a:path w="9144000" h="252095">
                <a:moveTo>
                  <a:pt x="9143999" y="251999"/>
                </a:moveTo>
                <a:lnTo>
                  <a:pt x="0" y="2519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251999"/>
                </a:lnTo>
                <a:close/>
              </a:path>
            </a:pathLst>
          </a:custGeom>
          <a:solidFill>
            <a:srgbClr val="2A3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1524" y="127230"/>
            <a:ext cx="7222490" cy="9926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 u="heavy">
                <a:solidFill>
                  <a:srgbClr val="2A3890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76281" y="1688786"/>
            <a:ext cx="4133215" cy="1031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diagramLayout" Target="../diagrams/layout3.xml"/><Relationship Id="rId18" Type="http://schemas.openxmlformats.org/officeDocument/2006/relationships/diagramLayout" Target="../diagrams/layout4.xml"/><Relationship Id="rId26" Type="http://schemas.microsoft.com/office/2007/relationships/diagramDrawing" Target="../diagrams/drawing5.xml"/><Relationship Id="rId39" Type="http://schemas.openxmlformats.org/officeDocument/2006/relationships/diagramQuickStyle" Target="../diagrams/quickStyle8.xml"/><Relationship Id="rId21" Type="http://schemas.microsoft.com/office/2007/relationships/diagramDrawing" Target="../diagrams/drawing4.xml"/><Relationship Id="rId34" Type="http://schemas.openxmlformats.org/officeDocument/2006/relationships/diagramQuickStyle" Target="../diagrams/quickStyle7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20" Type="http://schemas.openxmlformats.org/officeDocument/2006/relationships/diagramColors" Target="../diagrams/colors4.xml"/><Relationship Id="rId29" Type="http://schemas.openxmlformats.org/officeDocument/2006/relationships/diagramQuickStyle" Target="../diagrams/quickStyle6.xml"/><Relationship Id="rId41" Type="http://schemas.microsoft.com/office/2007/relationships/diagramDrawing" Target="../diagrams/drawing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24" Type="http://schemas.openxmlformats.org/officeDocument/2006/relationships/diagramQuickStyle" Target="../diagrams/quickStyle5.xml"/><Relationship Id="rId32" Type="http://schemas.openxmlformats.org/officeDocument/2006/relationships/diagramData" Target="../diagrams/data7.xml"/><Relationship Id="rId37" Type="http://schemas.openxmlformats.org/officeDocument/2006/relationships/diagramData" Target="../diagrams/data8.xml"/><Relationship Id="rId40" Type="http://schemas.openxmlformats.org/officeDocument/2006/relationships/diagramColors" Target="../diagrams/colors8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23" Type="http://schemas.openxmlformats.org/officeDocument/2006/relationships/diagramLayout" Target="../diagrams/layout5.xml"/><Relationship Id="rId28" Type="http://schemas.openxmlformats.org/officeDocument/2006/relationships/diagramLayout" Target="../diagrams/layout6.xml"/><Relationship Id="rId36" Type="http://schemas.microsoft.com/office/2007/relationships/diagramDrawing" Target="../diagrams/drawing7.xml"/><Relationship Id="rId10" Type="http://schemas.openxmlformats.org/officeDocument/2006/relationships/diagramColors" Target="../diagrams/colors2.xml"/><Relationship Id="rId19" Type="http://schemas.openxmlformats.org/officeDocument/2006/relationships/diagramQuickStyle" Target="../diagrams/quickStyle4.xml"/><Relationship Id="rId31" Type="http://schemas.microsoft.com/office/2007/relationships/diagramDrawing" Target="../diagrams/drawing6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Relationship Id="rId22" Type="http://schemas.openxmlformats.org/officeDocument/2006/relationships/diagramData" Target="../diagrams/data5.xml"/><Relationship Id="rId27" Type="http://schemas.openxmlformats.org/officeDocument/2006/relationships/diagramData" Target="../diagrams/data6.xml"/><Relationship Id="rId30" Type="http://schemas.openxmlformats.org/officeDocument/2006/relationships/diagramColors" Target="../diagrams/colors6.xml"/><Relationship Id="rId35" Type="http://schemas.openxmlformats.org/officeDocument/2006/relationships/diagramColors" Target="../diagrams/colors7.xml"/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12" Type="http://schemas.openxmlformats.org/officeDocument/2006/relationships/diagramData" Target="../diagrams/data3.xml"/><Relationship Id="rId17" Type="http://schemas.openxmlformats.org/officeDocument/2006/relationships/diagramData" Target="../diagrams/data4.xml"/><Relationship Id="rId25" Type="http://schemas.openxmlformats.org/officeDocument/2006/relationships/diagramColors" Target="../diagrams/colors5.xml"/><Relationship Id="rId33" Type="http://schemas.openxmlformats.org/officeDocument/2006/relationships/diagramLayout" Target="../diagrams/layout7.xml"/><Relationship Id="rId38" Type="http://schemas.openxmlformats.org/officeDocument/2006/relationships/diagramLayout" Target="../diagrams/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A3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6098378" y="0"/>
            <a:ext cx="3046095" cy="2030730"/>
            <a:chOff x="6098378" y="0"/>
            <a:chExt cx="3046095" cy="2030730"/>
          </a:xfrm>
        </p:grpSpPr>
        <p:sp>
          <p:nvSpPr>
            <p:cNvPr id="4" name="object 4"/>
            <p:cNvSpPr/>
            <p:nvPr/>
          </p:nvSpPr>
          <p:spPr>
            <a:xfrm>
              <a:off x="8128803" y="1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212D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13463" y="4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3849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13588" y="10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0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0" y="1015199"/>
                  </a:lnTo>
                  <a:close/>
                </a:path>
              </a:pathLst>
            </a:custGeom>
            <a:solidFill>
              <a:srgbClr val="7890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98378" y="9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212D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28789" y="1015375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4">
                  <a:moveTo>
                    <a:pt x="1015199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7890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184" y="0"/>
              <a:ext cx="1571815" cy="1520464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xfrm>
            <a:off x="2476281" y="1688786"/>
            <a:ext cx="4133215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M</a:t>
            </a:r>
            <a:r>
              <a:rPr lang="en-IN" dirty="0" err="1"/>
              <a:t>ini</a:t>
            </a:r>
            <a:r>
              <a:rPr spc="-75" dirty="0"/>
              <a:t> </a:t>
            </a:r>
            <a:r>
              <a:rPr dirty="0"/>
              <a:t>Project</a:t>
            </a:r>
            <a:r>
              <a:rPr spc="-65" dirty="0"/>
              <a:t> </a:t>
            </a:r>
            <a:r>
              <a:rPr dirty="0"/>
              <a:t>–</a:t>
            </a:r>
            <a:r>
              <a:rPr spc="-70" dirty="0"/>
              <a:t> </a:t>
            </a:r>
            <a:r>
              <a:rPr dirty="0"/>
              <a:t>Proposal</a:t>
            </a:r>
            <a:r>
              <a:rPr spc="-70" dirty="0"/>
              <a:t> </a:t>
            </a:r>
            <a:r>
              <a:rPr spc="-10" dirty="0"/>
              <a:t>Seminar </a:t>
            </a:r>
            <a:r>
              <a:rPr spc="-25" dirty="0"/>
              <a:t>On</a:t>
            </a:r>
          </a:p>
          <a:p>
            <a:pPr marL="73660" algn="ctr">
              <a:lnSpc>
                <a:spcPct val="100000"/>
              </a:lnSpc>
            </a:pPr>
            <a:r>
              <a:rPr b="0" dirty="0">
                <a:latin typeface="Times New Roman"/>
                <a:cs typeface="Times New Roman"/>
              </a:rPr>
              <a:t>‘‘</a:t>
            </a:r>
            <a:r>
              <a:rPr lang="en-US" dirty="0"/>
              <a:t>AI-Driven hospital queue and bed availability tracking system</a:t>
            </a:r>
            <a:r>
              <a:rPr b="0" spc="-25" dirty="0">
                <a:latin typeface="Times New Roman"/>
                <a:cs typeface="Times New Roman"/>
              </a:rPr>
              <a:t>’’</a:t>
            </a:r>
            <a:endParaRPr lang="en-IN" b="0" spc="-25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06060" y="3773267"/>
            <a:ext cx="2448730" cy="11413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Roboto"/>
                <a:cs typeface="Roboto"/>
              </a:rPr>
              <a:t>Under</a:t>
            </a:r>
            <a:r>
              <a:rPr sz="1400" b="1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b="1" dirty="0">
                <a:solidFill>
                  <a:srgbClr val="FFFFFF"/>
                </a:solidFill>
                <a:latin typeface="Roboto"/>
                <a:cs typeface="Roboto"/>
              </a:rPr>
              <a:t>the</a:t>
            </a:r>
            <a:r>
              <a:rPr sz="1400" b="1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b="1" dirty="0">
                <a:solidFill>
                  <a:srgbClr val="FFFFFF"/>
                </a:solidFill>
                <a:latin typeface="Roboto"/>
                <a:cs typeface="Roboto"/>
              </a:rPr>
              <a:t>Guidance</a:t>
            </a:r>
            <a:r>
              <a:rPr sz="1400" b="1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Roboto"/>
                <a:cs typeface="Roboto"/>
              </a:rPr>
              <a:t>Of</a:t>
            </a:r>
            <a:r>
              <a:rPr lang="en-IN" sz="1400" b="1" spc="-25" dirty="0">
                <a:solidFill>
                  <a:srgbClr val="FFFFFF"/>
                </a:solidFill>
                <a:latin typeface="Roboto"/>
                <a:cs typeface="Roboto"/>
              </a:rPr>
              <a:t>,</a:t>
            </a: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endParaRPr lang="en-IN" sz="1400" b="1" spc="-25" dirty="0">
              <a:solidFill>
                <a:srgbClr val="FFFFFF"/>
              </a:solidFill>
              <a:latin typeface="Roboto"/>
              <a:cs typeface="Roboto"/>
            </a:endParaRPr>
          </a:p>
          <a:p>
            <a:pPr marL="12700" algn="just">
              <a:spcBef>
                <a:spcPts val="100"/>
              </a:spcBef>
            </a:pPr>
            <a:r>
              <a:rPr lang="en-IN" sz="1400" spc="-25" dirty="0">
                <a:solidFill>
                  <a:srgbClr val="FFFFFF"/>
                </a:solidFill>
                <a:latin typeface="Roboto"/>
                <a:cs typeface="Roboto"/>
              </a:rPr>
              <a:t>Asst Prof. Gagana Deepa J</a:t>
            </a:r>
          </a:p>
          <a:p>
            <a:pPr marL="12700" algn="just">
              <a:spcBef>
                <a:spcPts val="100"/>
              </a:spcBef>
            </a:pPr>
            <a:r>
              <a:rPr lang="en-IN" sz="1400" spc="-25" dirty="0">
                <a:solidFill>
                  <a:srgbClr val="FFFFFF"/>
                </a:solidFill>
                <a:latin typeface="Roboto"/>
                <a:cs typeface="Roboto"/>
              </a:rPr>
              <a:t>Dept of Data Science AIT,CKM</a:t>
            </a:r>
            <a:endParaRPr lang="en-IN" sz="140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400" dirty="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4800" y="3078010"/>
            <a:ext cx="2907814" cy="15978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Roboto"/>
                <a:cs typeface="Roboto"/>
              </a:rPr>
              <a:t>Presented</a:t>
            </a:r>
            <a:r>
              <a:rPr sz="1400" b="1" spc="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Roboto"/>
                <a:cs typeface="Roboto"/>
              </a:rPr>
              <a:t>By, </a:t>
            </a:r>
            <a:endParaRPr lang="en-IN" sz="1400" b="1" spc="-25" dirty="0">
              <a:solidFill>
                <a:srgbClr val="FFFFFF"/>
              </a:solidFill>
              <a:latin typeface="Roboto"/>
              <a:cs typeface="Roboto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IN" sz="1400" spc="-25" dirty="0">
                <a:solidFill>
                  <a:srgbClr val="FFFFFF"/>
                </a:solidFill>
                <a:latin typeface="Roboto"/>
                <a:cs typeface="Roboto"/>
              </a:rPr>
              <a:t>Group-09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lang="en-IN" sz="1400" b="1" spc="-25" dirty="0">
              <a:solidFill>
                <a:srgbClr val="FFFFFF"/>
              </a:solidFill>
              <a:latin typeface="Roboto"/>
              <a:cs typeface="Roboto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it-IT" sz="1400" spc="-25" dirty="0">
                <a:solidFill>
                  <a:srgbClr val="FFFFFF"/>
                </a:solidFill>
                <a:latin typeface="Roboto"/>
                <a:cs typeface="Roboto"/>
              </a:rPr>
              <a:t>Ganesh H  </a:t>
            </a:r>
            <a:r>
              <a:rPr lang="it-IT" sz="1400" spc="-10" dirty="0">
                <a:solidFill>
                  <a:srgbClr val="FFFFFF"/>
                </a:solidFill>
                <a:latin typeface="Roboto"/>
                <a:cs typeface="Roboto"/>
              </a:rPr>
              <a:t>(4AI23CD018)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it-IT" sz="1400" spc="-10" dirty="0">
                <a:solidFill>
                  <a:srgbClr val="FFFFFF"/>
                </a:solidFill>
                <a:latin typeface="Roboto"/>
                <a:cs typeface="Roboto"/>
              </a:rPr>
              <a:t>Manasa Y K  (4AI23CD027)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it-IT" sz="1400" spc="-10" dirty="0">
                <a:solidFill>
                  <a:srgbClr val="FFFFFF"/>
                </a:solidFill>
                <a:latin typeface="Roboto"/>
                <a:cs typeface="Roboto"/>
              </a:rPr>
              <a:t>Megha G K  (4AI23CD028)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it-IT" sz="1400" spc="-10" dirty="0">
                <a:solidFill>
                  <a:srgbClr val="FFFFFF"/>
                </a:solidFill>
                <a:latin typeface="Roboto"/>
                <a:cs typeface="Roboto"/>
              </a:rPr>
              <a:t>Nilesh Kumar Jha  (4AI23CD032)</a:t>
            </a:r>
            <a:endParaRPr sz="1400" dirty="0">
              <a:latin typeface="Roboto"/>
              <a:cs typeface="Roboto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3750" y="64025"/>
            <a:ext cx="1352224" cy="1381624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137480" y="271557"/>
            <a:ext cx="426593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800" u="none" dirty="0">
                <a:solidFill>
                  <a:srgbClr val="F1F1F1"/>
                </a:solidFill>
              </a:rPr>
              <a:t>Dept. of</a:t>
            </a:r>
            <a:r>
              <a:rPr sz="1800" u="none" spc="5" dirty="0">
                <a:solidFill>
                  <a:srgbClr val="F1F1F1"/>
                </a:solidFill>
              </a:rPr>
              <a:t> </a:t>
            </a:r>
            <a:r>
              <a:rPr sz="1800" u="none" dirty="0">
                <a:solidFill>
                  <a:srgbClr val="F1F1F1"/>
                </a:solidFill>
              </a:rPr>
              <a:t>CS&amp;E</a:t>
            </a:r>
            <a:r>
              <a:rPr sz="1800" u="none" spc="10" dirty="0">
                <a:solidFill>
                  <a:srgbClr val="F1F1F1"/>
                </a:solidFill>
              </a:rPr>
              <a:t> </a:t>
            </a:r>
            <a:r>
              <a:rPr sz="1800" u="none" dirty="0">
                <a:solidFill>
                  <a:srgbClr val="F1F1F1"/>
                </a:solidFill>
              </a:rPr>
              <a:t>(</a:t>
            </a:r>
            <a:r>
              <a:rPr sz="1800" u="none" spc="5" dirty="0">
                <a:solidFill>
                  <a:srgbClr val="F1F1F1"/>
                </a:solidFill>
              </a:rPr>
              <a:t> </a:t>
            </a:r>
            <a:r>
              <a:rPr sz="1800" u="none" dirty="0">
                <a:solidFill>
                  <a:srgbClr val="F1F1F1"/>
                </a:solidFill>
              </a:rPr>
              <a:t>DATA</a:t>
            </a:r>
            <a:r>
              <a:rPr sz="1800" u="none" spc="10" dirty="0">
                <a:solidFill>
                  <a:srgbClr val="F1F1F1"/>
                </a:solidFill>
              </a:rPr>
              <a:t> </a:t>
            </a:r>
            <a:r>
              <a:rPr sz="1800" u="none" spc="-10" dirty="0">
                <a:solidFill>
                  <a:srgbClr val="F1F1F1"/>
                </a:solidFill>
              </a:rPr>
              <a:t>SCIENCE)</a:t>
            </a:r>
            <a:endParaRPr sz="1800" dirty="0"/>
          </a:p>
          <a:p>
            <a:pPr marL="12700" marR="5080" algn="ctr">
              <a:lnSpc>
                <a:spcPct val="100000"/>
              </a:lnSpc>
            </a:pPr>
            <a:r>
              <a:rPr sz="1800" u="none" dirty="0">
                <a:solidFill>
                  <a:srgbClr val="F1F1F1"/>
                </a:solidFill>
              </a:rPr>
              <a:t>Adichunchanagiri</a:t>
            </a:r>
            <a:r>
              <a:rPr sz="1800" u="none" spc="-35" dirty="0">
                <a:solidFill>
                  <a:srgbClr val="F1F1F1"/>
                </a:solidFill>
              </a:rPr>
              <a:t> </a:t>
            </a:r>
            <a:r>
              <a:rPr sz="1800" u="none" spc="-10" dirty="0">
                <a:solidFill>
                  <a:srgbClr val="F1F1F1"/>
                </a:solidFill>
              </a:rPr>
              <a:t>Institute</a:t>
            </a:r>
            <a:r>
              <a:rPr sz="1800" u="none" spc="-30" dirty="0">
                <a:solidFill>
                  <a:srgbClr val="F1F1F1"/>
                </a:solidFill>
              </a:rPr>
              <a:t> </a:t>
            </a:r>
            <a:r>
              <a:rPr sz="1800" u="none" dirty="0">
                <a:solidFill>
                  <a:srgbClr val="F1F1F1"/>
                </a:solidFill>
              </a:rPr>
              <a:t>of</a:t>
            </a:r>
            <a:r>
              <a:rPr sz="1800" u="none" spc="-35" dirty="0">
                <a:solidFill>
                  <a:srgbClr val="F1F1F1"/>
                </a:solidFill>
              </a:rPr>
              <a:t> </a:t>
            </a:r>
            <a:r>
              <a:rPr sz="1800" u="none" spc="-10" dirty="0">
                <a:solidFill>
                  <a:srgbClr val="F1F1F1"/>
                </a:solidFill>
              </a:rPr>
              <a:t>Technology </a:t>
            </a:r>
            <a:r>
              <a:rPr sz="1800" u="none" dirty="0">
                <a:solidFill>
                  <a:srgbClr val="F1F1F1"/>
                </a:solidFill>
              </a:rPr>
              <a:t>Chikkamagaluru</a:t>
            </a:r>
            <a:r>
              <a:rPr sz="1800" u="none" spc="-85" dirty="0">
                <a:solidFill>
                  <a:srgbClr val="F1F1F1"/>
                </a:solidFill>
              </a:rPr>
              <a:t> </a:t>
            </a:r>
            <a:r>
              <a:rPr sz="1800" u="none" dirty="0">
                <a:solidFill>
                  <a:srgbClr val="F1F1F1"/>
                </a:solidFill>
              </a:rPr>
              <a:t>-</a:t>
            </a:r>
            <a:r>
              <a:rPr sz="1800" u="none" spc="-85" dirty="0">
                <a:solidFill>
                  <a:srgbClr val="F1F1F1"/>
                </a:solidFill>
              </a:rPr>
              <a:t> </a:t>
            </a:r>
            <a:r>
              <a:rPr sz="1800" u="none" spc="-10" dirty="0">
                <a:solidFill>
                  <a:srgbClr val="F1F1F1"/>
                </a:solidFill>
              </a:rPr>
              <a:t>577102</a:t>
            </a:r>
            <a:endParaRPr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54895" y="3903669"/>
            <a:ext cx="989330" cy="988060"/>
          </a:xfrm>
          <a:custGeom>
            <a:avLst/>
            <a:gdLst/>
            <a:ahLst/>
            <a:cxnLst/>
            <a:rect l="l" t="t" r="r" b="b"/>
            <a:pathLst>
              <a:path w="989329" h="988060">
                <a:moveTo>
                  <a:pt x="989099" y="987899"/>
                </a:moveTo>
                <a:lnTo>
                  <a:pt x="0" y="987899"/>
                </a:lnTo>
                <a:lnTo>
                  <a:pt x="0" y="0"/>
                </a:lnTo>
                <a:lnTo>
                  <a:pt x="989099" y="987899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3903669"/>
            <a:ext cx="9144000" cy="1240155"/>
            <a:chOff x="0" y="3903669"/>
            <a:chExt cx="9144000" cy="1240155"/>
          </a:xfrm>
        </p:grpSpPr>
        <p:sp>
          <p:nvSpPr>
            <p:cNvPr id="4" name="object 4"/>
            <p:cNvSpPr/>
            <p:nvPr/>
          </p:nvSpPr>
          <p:spPr>
            <a:xfrm>
              <a:off x="6181163" y="3903669"/>
              <a:ext cx="989330" cy="988060"/>
            </a:xfrm>
            <a:custGeom>
              <a:avLst/>
              <a:gdLst/>
              <a:ahLst/>
              <a:cxnLst/>
              <a:rect l="l" t="t" r="r" b="b"/>
              <a:pathLst>
                <a:path w="989329" h="988060">
                  <a:moveTo>
                    <a:pt x="989100" y="987899"/>
                  </a:moveTo>
                  <a:lnTo>
                    <a:pt x="0" y="987899"/>
                  </a:lnTo>
                  <a:lnTo>
                    <a:pt x="989100" y="0"/>
                  </a:lnTo>
                  <a:lnTo>
                    <a:pt x="989100" y="987899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70273" y="3903669"/>
              <a:ext cx="989330" cy="988060"/>
            </a:xfrm>
            <a:custGeom>
              <a:avLst/>
              <a:gdLst/>
              <a:ahLst/>
              <a:cxnLst/>
              <a:rect l="l" t="t" r="r" b="b"/>
              <a:pathLst>
                <a:path w="989329" h="988060">
                  <a:moveTo>
                    <a:pt x="989099" y="987899"/>
                  </a:moveTo>
                  <a:lnTo>
                    <a:pt x="0" y="987899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987899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154757" y="3903681"/>
              <a:ext cx="989330" cy="988060"/>
            </a:xfrm>
            <a:custGeom>
              <a:avLst/>
              <a:gdLst/>
              <a:ahLst/>
              <a:cxnLst/>
              <a:rect l="l" t="t" r="r" b="b"/>
              <a:pathLst>
                <a:path w="989329" h="988060">
                  <a:moveTo>
                    <a:pt x="989099" y="987899"/>
                  </a:moveTo>
                  <a:lnTo>
                    <a:pt x="0" y="0"/>
                  </a:lnTo>
                  <a:lnTo>
                    <a:pt x="989099" y="0"/>
                  </a:lnTo>
                  <a:lnTo>
                    <a:pt x="989099" y="9878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4891594"/>
              <a:ext cx="9144000" cy="252095"/>
            </a:xfrm>
            <a:custGeom>
              <a:avLst/>
              <a:gdLst/>
              <a:ahLst/>
              <a:cxnLst/>
              <a:rect l="l" t="t" r="r" b="b"/>
              <a:pathLst>
                <a:path w="9144000" h="252095">
                  <a:moveTo>
                    <a:pt x="9143999" y="251999"/>
                  </a:moveTo>
                  <a:lnTo>
                    <a:pt x="0" y="2519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251999"/>
                  </a:lnTo>
                  <a:close/>
                </a:path>
              </a:pathLst>
            </a:custGeom>
            <a:solidFill>
              <a:srgbClr val="2A38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882876" y="127230"/>
            <a:ext cx="13766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AGENDA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57200" y="933774"/>
            <a:ext cx="3254375" cy="296989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0"/>
              </a:spcBef>
              <a:buSzPct val="75000"/>
              <a:buFont typeface="Wingdings" panose="05000000000000000000" pitchFamily="2" charset="2"/>
              <a:buChar char="Ø"/>
              <a:tabLst>
                <a:tab pos="379095" algn="l"/>
              </a:tabLst>
            </a:pP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About</a:t>
            </a:r>
            <a:r>
              <a:rPr sz="2400" spc="-5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the</a:t>
            </a:r>
            <a:r>
              <a:rPr sz="2400" spc="-6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34343"/>
                </a:solidFill>
                <a:latin typeface="Times New Roman"/>
                <a:cs typeface="Times New Roman"/>
              </a:rPr>
              <a:t>Project</a:t>
            </a:r>
            <a:endParaRPr sz="2400" dirty="0">
              <a:latin typeface="Times New Roman"/>
              <a:cs typeface="Times New Roman"/>
            </a:endParaRPr>
          </a:p>
          <a:p>
            <a:pPr marL="379095" indent="-366395">
              <a:lnSpc>
                <a:spcPct val="100000"/>
              </a:lnSpc>
              <a:spcBef>
                <a:spcPts val="430"/>
              </a:spcBef>
              <a:buSzPct val="75000"/>
              <a:buFont typeface="Wingdings" panose="05000000000000000000" pitchFamily="2" charset="2"/>
              <a:buChar char="Ø"/>
              <a:tabLst>
                <a:tab pos="379095" algn="l"/>
              </a:tabLst>
            </a:pPr>
            <a:r>
              <a:rPr sz="2400" spc="-10" dirty="0">
                <a:solidFill>
                  <a:srgbClr val="434343"/>
                </a:solidFill>
                <a:latin typeface="Times New Roman"/>
                <a:cs typeface="Times New Roman"/>
              </a:rPr>
              <a:t>Motivation</a:t>
            </a:r>
            <a:endParaRPr sz="2400" dirty="0">
              <a:latin typeface="Times New Roman"/>
              <a:cs typeface="Times New Roman"/>
            </a:endParaRPr>
          </a:p>
          <a:p>
            <a:pPr marL="379095" indent="-366395">
              <a:lnSpc>
                <a:spcPct val="100000"/>
              </a:lnSpc>
              <a:spcBef>
                <a:spcPts val="434"/>
              </a:spcBef>
              <a:buSzPct val="75000"/>
              <a:buFont typeface="Wingdings" panose="05000000000000000000" pitchFamily="2" charset="2"/>
              <a:buChar char="Ø"/>
              <a:tabLst>
                <a:tab pos="379095" algn="l"/>
              </a:tabLst>
            </a:pP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Existing </a:t>
            </a:r>
            <a:r>
              <a:rPr sz="2400" spc="-10" dirty="0">
                <a:solidFill>
                  <a:srgbClr val="434343"/>
                </a:solidFill>
                <a:latin typeface="Times New Roman"/>
                <a:cs typeface="Times New Roman"/>
              </a:rPr>
              <a:t>System</a:t>
            </a:r>
            <a:endParaRPr sz="2400" dirty="0">
              <a:latin typeface="Times New Roman"/>
              <a:cs typeface="Times New Roman"/>
            </a:endParaRPr>
          </a:p>
          <a:p>
            <a:pPr marL="379095" indent="-366395">
              <a:lnSpc>
                <a:spcPct val="100000"/>
              </a:lnSpc>
              <a:spcBef>
                <a:spcPts val="430"/>
              </a:spcBef>
              <a:buSzPct val="75000"/>
              <a:buFont typeface="Wingdings" panose="05000000000000000000" pitchFamily="2" charset="2"/>
              <a:buChar char="Ø"/>
              <a:tabLst>
                <a:tab pos="379095" algn="l"/>
              </a:tabLst>
            </a:pP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Proposed</a:t>
            </a:r>
            <a:r>
              <a:rPr sz="2400" spc="-4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34343"/>
                </a:solidFill>
                <a:latin typeface="Times New Roman"/>
                <a:cs typeface="Times New Roman"/>
              </a:rPr>
              <a:t>System</a:t>
            </a:r>
            <a:endParaRPr sz="2400" dirty="0">
              <a:latin typeface="Times New Roman"/>
              <a:cs typeface="Times New Roman"/>
            </a:endParaRPr>
          </a:p>
          <a:p>
            <a:pPr marL="379095" indent="-366395">
              <a:lnSpc>
                <a:spcPct val="100000"/>
              </a:lnSpc>
              <a:spcBef>
                <a:spcPts val="434"/>
              </a:spcBef>
              <a:buSzPct val="75000"/>
              <a:buFont typeface="Wingdings" panose="05000000000000000000" pitchFamily="2" charset="2"/>
              <a:buChar char="Ø"/>
              <a:tabLst>
                <a:tab pos="379095" algn="l"/>
              </a:tabLst>
            </a:pP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Problem </a:t>
            </a:r>
            <a:r>
              <a:rPr sz="2400" spc="-10" dirty="0">
                <a:solidFill>
                  <a:srgbClr val="434343"/>
                </a:solidFill>
                <a:latin typeface="Times New Roman"/>
                <a:cs typeface="Times New Roman"/>
              </a:rPr>
              <a:t>Statement</a:t>
            </a:r>
            <a:endParaRPr sz="2400" dirty="0">
              <a:latin typeface="Times New Roman"/>
              <a:cs typeface="Times New Roman"/>
            </a:endParaRPr>
          </a:p>
          <a:p>
            <a:pPr marL="379095" indent="-366395">
              <a:lnSpc>
                <a:spcPct val="100000"/>
              </a:lnSpc>
              <a:spcBef>
                <a:spcPts val="430"/>
              </a:spcBef>
              <a:buSzPct val="75000"/>
              <a:buFont typeface="Wingdings" panose="05000000000000000000" pitchFamily="2" charset="2"/>
              <a:buChar char="Ø"/>
              <a:tabLst>
                <a:tab pos="379095" algn="l"/>
              </a:tabLst>
            </a:pP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Tools</a:t>
            </a:r>
            <a:r>
              <a:rPr sz="2400" spc="-4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and</a:t>
            </a:r>
            <a:r>
              <a:rPr sz="2400" spc="-4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34343"/>
                </a:solidFill>
                <a:latin typeface="Times New Roman"/>
                <a:cs typeface="Times New Roman"/>
              </a:rPr>
              <a:t>Technology</a:t>
            </a:r>
            <a:endParaRPr sz="2400" dirty="0">
              <a:latin typeface="Times New Roman"/>
              <a:cs typeface="Times New Roman"/>
            </a:endParaRPr>
          </a:p>
          <a:p>
            <a:pPr marL="379095" indent="-366395">
              <a:lnSpc>
                <a:spcPct val="100000"/>
              </a:lnSpc>
              <a:spcBef>
                <a:spcPts val="430"/>
              </a:spcBef>
              <a:buSzPct val="75000"/>
              <a:buFont typeface="Wingdings" panose="05000000000000000000" pitchFamily="2" charset="2"/>
              <a:buChar char="Ø"/>
              <a:tabLst>
                <a:tab pos="379095" algn="l"/>
              </a:tabLst>
            </a:pP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Expected</a:t>
            </a:r>
            <a:r>
              <a:rPr sz="2400" spc="-4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34343"/>
                </a:solidFill>
                <a:latin typeface="Times New Roman"/>
                <a:cs typeface="Times New Roman"/>
              </a:rPr>
              <a:t>Outcomes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438150"/>
            <a:ext cx="7222490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0125">
              <a:lnSpc>
                <a:spcPct val="100000"/>
              </a:lnSpc>
              <a:spcBef>
                <a:spcPts val="100"/>
              </a:spcBef>
            </a:pPr>
            <a:r>
              <a:rPr lang="en-IN" u="none" dirty="0"/>
              <a:t>              </a:t>
            </a:r>
            <a:r>
              <a:rPr dirty="0"/>
              <a:t>ABOUT</a:t>
            </a:r>
            <a:r>
              <a:rPr spc="90" dirty="0"/>
              <a:t> </a:t>
            </a:r>
            <a:r>
              <a:rPr dirty="0"/>
              <a:t>THE</a:t>
            </a:r>
            <a:r>
              <a:rPr spc="95" dirty="0"/>
              <a:t> </a:t>
            </a:r>
            <a:r>
              <a:rPr spc="-10" dirty="0"/>
              <a:t>PROJECT</a:t>
            </a:r>
            <a:endParaRPr b="0" u="none" spc="-10" dirty="0">
              <a:latin typeface="Roboto"/>
              <a:cs typeface="Robot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20D25C-4FE6-FE5A-C34C-F766E0E1FD14}"/>
              </a:ext>
            </a:extLst>
          </p:cNvPr>
          <p:cNvSpPr txBox="1"/>
          <p:nvPr/>
        </p:nvSpPr>
        <p:spPr>
          <a:xfrm>
            <a:off x="721524" y="1276350"/>
            <a:ext cx="7889076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AI-powered system for hospital queue &amp; bed tracking.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Real-time dashboard for admins and staffs to monitor occupancy of bed and queue status.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Integrated AI for booking tokens &amp; waiting time updates.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1524" y="514350"/>
            <a:ext cx="7222490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u="none" dirty="0"/>
              <a:t>                              </a:t>
            </a:r>
            <a:r>
              <a:rPr dirty="0"/>
              <a:t>MOTIVATION</a:t>
            </a:r>
            <a:endParaRPr b="0" u="none" spc="-10" dirty="0">
              <a:latin typeface="Roboto"/>
              <a:cs typeface="Robot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DB7200-DCE7-6C0F-BD3D-5290FF84D454}"/>
              </a:ext>
            </a:extLst>
          </p:cNvPr>
          <p:cNvSpPr txBox="1"/>
          <p:nvPr/>
        </p:nvSpPr>
        <p:spPr>
          <a:xfrm>
            <a:off x="721524" y="1352550"/>
            <a:ext cx="7222490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Long queues &amp; overcrowding causes delays.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Patients are often un-aware of waiting times or bed availability.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Manual tracking leads to errors &amp; mismanagement.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COVID-19 highlighted the need for real-time monitoring.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89B87-21DD-3506-EF71-5E6BC852F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85750"/>
            <a:ext cx="7889076" cy="415498"/>
          </a:xfrm>
        </p:spPr>
        <p:txBody>
          <a:bodyPr/>
          <a:lstStyle/>
          <a:p>
            <a:r>
              <a:rPr lang="en-IN" u="none" dirty="0"/>
              <a:t>            </a:t>
            </a:r>
            <a:r>
              <a:rPr lang="en-IN" dirty="0"/>
              <a:t>EXISTING</a:t>
            </a:r>
            <a:r>
              <a:rPr lang="en-IN" spc="95" dirty="0"/>
              <a:t> </a:t>
            </a:r>
            <a:r>
              <a:rPr lang="en-IN" spc="-10" dirty="0"/>
              <a:t>SYSTEM V/S </a:t>
            </a:r>
            <a:r>
              <a:rPr lang="en-IN" dirty="0"/>
              <a:t>PROPOSED</a:t>
            </a:r>
            <a:r>
              <a:rPr lang="en-IN" spc="-80" dirty="0"/>
              <a:t> </a:t>
            </a:r>
            <a:r>
              <a:rPr lang="en-IN" spc="-10" dirty="0"/>
              <a:t>SYSTEM 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6DEB100-1EF0-34C4-DA5F-3DF42B35AC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649885"/>
              </p:ext>
            </p:extLst>
          </p:nvPr>
        </p:nvGraphicFramePr>
        <p:xfrm>
          <a:off x="762000" y="1090588"/>
          <a:ext cx="7848600" cy="2962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>
                  <a:extLst>
                    <a:ext uri="{9D8B030D-6E8A-4147-A177-3AD203B41FA5}">
                      <a16:colId xmlns:a16="http://schemas.microsoft.com/office/drawing/2014/main" val="2914086497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1687838298"/>
                    </a:ext>
                  </a:extLst>
                </a:gridCol>
              </a:tblGrid>
              <a:tr h="351637">
                <a:tc>
                  <a:txBody>
                    <a:bodyPr/>
                    <a:lstStyle/>
                    <a:p>
                      <a:r>
                        <a:rPr lang="en-IN" dirty="0"/>
                        <a:t>       EXISTING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PROPOSED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125244"/>
                  </a:ext>
                </a:extLst>
              </a:tr>
              <a:tr h="720567">
                <a:tc>
                  <a:txBody>
                    <a:bodyPr/>
                    <a:lstStyle/>
                    <a:p>
                      <a:r>
                        <a:rPr lang="en-US" dirty="0"/>
                        <a:t>Manual or semi-automated queue systems.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Queue system with AI, automatically tracks and updates.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517493"/>
                  </a:ext>
                </a:extLst>
              </a:tr>
              <a:tr h="615364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 real-time tracking.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Real time bed/ICU and queue </a:t>
                      </a:r>
                      <a:r>
                        <a:rPr lang="en-IN" dirty="0" err="1"/>
                        <a:t>updations</a:t>
                      </a:r>
                      <a:r>
                        <a:rPr lang="en-IN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778083"/>
                  </a:ext>
                </a:extLst>
              </a:tr>
              <a:tr h="351637">
                <a:tc>
                  <a:txBody>
                    <a:bodyPr/>
                    <a:lstStyle/>
                    <a:p>
                      <a:r>
                        <a:rPr lang="en-IN" dirty="0"/>
                        <a:t>Patients must rely on staffs.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AI bot to assist patients.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5966439"/>
                  </a:ext>
                </a:extLst>
              </a:tr>
              <a:tr h="504397">
                <a:tc>
                  <a:txBody>
                    <a:bodyPr/>
                    <a:lstStyle/>
                    <a:p>
                      <a:r>
                        <a:rPr lang="en-IN" dirty="0"/>
                        <a:t>crowded queue ,long waiting hours.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AI prediction to reduce waiting time.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8836049"/>
                  </a:ext>
                </a:extLst>
              </a:tr>
              <a:tr h="361113">
                <a:tc>
                  <a:txBody>
                    <a:bodyPr/>
                    <a:lstStyle/>
                    <a:p>
                      <a:r>
                        <a:rPr lang="en-IN" dirty="0"/>
                        <a:t>Low visibility for patients.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Transparent updates accessible to all.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5903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3974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130" rIns="0" bIns="0" rtlCol="0">
            <a:spAutoFit/>
          </a:bodyPr>
          <a:lstStyle/>
          <a:p>
            <a:pPr marL="1990725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140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72AF6D-076C-CE32-5C1E-C6C3C677D3AD}"/>
              </a:ext>
            </a:extLst>
          </p:cNvPr>
          <p:cNvSpPr txBox="1"/>
          <p:nvPr/>
        </p:nvSpPr>
        <p:spPr>
          <a:xfrm>
            <a:off x="721524" y="1119916"/>
            <a:ext cx="8117676" cy="253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To design an AI-driven web app that addresses the issues like long queues, overcrowded waiting areas, and inefficient patient flow management in hospitals. Hospitals currently lack a unified platform to provide real-time updates on bed and ICU availability, causing delays and miscommunication. This system focuses on addressing these challenges to improve transparency and overall efficiency in hospital operations.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170" rIns="0" bIns="0" rtlCol="0">
            <a:spAutoFit/>
          </a:bodyPr>
          <a:lstStyle/>
          <a:p>
            <a:pPr marL="221107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80" dirty="0"/>
              <a:t> </a:t>
            </a:r>
            <a:r>
              <a:rPr spc="-10" dirty="0"/>
              <a:t>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AD5E4D-A652-2DA7-8E20-DCB9585C1B1D}"/>
              </a:ext>
            </a:extLst>
          </p:cNvPr>
          <p:cNvSpPr txBox="1"/>
          <p:nvPr/>
        </p:nvSpPr>
        <p:spPr>
          <a:xfrm>
            <a:off x="721524" y="1119916"/>
            <a:ext cx="7700952" cy="2949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Web application for managing queues &amp; beds.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Online token booking (unified with offline tokens).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Integrated AI for 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   Current waiting time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   Queue position and updates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   Online appointment booking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Admin panel for staffs for real-time updates.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3676A9-1F6B-3333-38FB-9CAC2492C4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0424" y="285750"/>
            <a:ext cx="3048000" cy="3962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46B0B-75F1-989A-3E87-F831EC7A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524" y="127230"/>
            <a:ext cx="7222490" cy="415498"/>
          </a:xfrm>
        </p:spPr>
        <p:txBody>
          <a:bodyPr/>
          <a:lstStyle/>
          <a:p>
            <a:r>
              <a:rPr lang="en-IN" u="none" dirty="0"/>
              <a:t>                             </a:t>
            </a:r>
            <a:r>
              <a:rPr lang="en-IN" dirty="0"/>
              <a:t>WORKING FLOW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A4095189-BBF4-C578-C844-35F9B93261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6657765"/>
              </p:ext>
            </p:extLst>
          </p:nvPr>
        </p:nvGraphicFramePr>
        <p:xfrm>
          <a:off x="76200" y="895350"/>
          <a:ext cx="5486400" cy="3693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7F99848A-8DA3-3B96-7511-DA025B05DF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0117911"/>
              </p:ext>
            </p:extLst>
          </p:nvPr>
        </p:nvGraphicFramePr>
        <p:xfrm>
          <a:off x="152400" y="863151"/>
          <a:ext cx="8001000" cy="702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9" name="Diagram 18">
            <a:extLst>
              <a:ext uri="{FF2B5EF4-FFF2-40B4-BE49-F238E27FC236}">
                <a16:creationId xmlns:a16="http://schemas.microsoft.com/office/drawing/2014/main" id="{05492D89-A316-7574-6985-4FE0A2868A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0159538"/>
              </p:ext>
            </p:extLst>
          </p:nvPr>
        </p:nvGraphicFramePr>
        <p:xfrm>
          <a:off x="1066800" y="1809750"/>
          <a:ext cx="4495800" cy="17526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D931585B-2B42-B908-EA2B-7455E31048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1613000"/>
              </p:ext>
            </p:extLst>
          </p:nvPr>
        </p:nvGraphicFramePr>
        <p:xfrm>
          <a:off x="4191000" y="1825306"/>
          <a:ext cx="4572000" cy="5178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aphicFrame>
        <p:nvGraphicFramePr>
          <p:cNvPr id="25" name="Diagram 24">
            <a:extLst>
              <a:ext uri="{FF2B5EF4-FFF2-40B4-BE49-F238E27FC236}">
                <a16:creationId xmlns:a16="http://schemas.microsoft.com/office/drawing/2014/main" id="{73C1295D-FEEE-C684-F9FC-CD94B48D2D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4657679"/>
              </p:ext>
            </p:extLst>
          </p:nvPr>
        </p:nvGraphicFramePr>
        <p:xfrm>
          <a:off x="3962400" y="2683666"/>
          <a:ext cx="22098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graphicFrame>
        <p:nvGraphicFramePr>
          <p:cNvPr id="28" name="Diagram 27">
            <a:extLst>
              <a:ext uri="{FF2B5EF4-FFF2-40B4-BE49-F238E27FC236}">
                <a16:creationId xmlns:a16="http://schemas.microsoft.com/office/drawing/2014/main" id="{ED0B161D-49C7-4CE9-DFF7-557766C50C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9817417"/>
              </p:ext>
            </p:extLst>
          </p:nvPr>
        </p:nvGraphicFramePr>
        <p:xfrm>
          <a:off x="5334000" y="2683666"/>
          <a:ext cx="12954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7" r:lo="rId28" r:qs="rId29" r:cs="rId30"/>
          </a:graphicData>
        </a:graphic>
      </p:graphicFrame>
      <p:graphicFrame>
        <p:nvGraphicFramePr>
          <p:cNvPr id="34" name="Diagram 33">
            <a:extLst>
              <a:ext uri="{FF2B5EF4-FFF2-40B4-BE49-F238E27FC236}">
                <a16:creationId xmlns:a16="http://schemas.microsoft.com/office/drawing/2014/main" id="{1D365737-3C51-7CD2-A15A-C81AD30CBB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7213748"/>
              </p:ext>
            </p:extLst>
          </p:nvPr>
        </p:nvGraphicFramePr>
        <p:xfrm>
          <a:off x="6858000" y="1809750"/>
          <a:ext cx="2057400" cy="5178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2" r:lo="rId33" r:qs="rId34" r:cs="rId35"/>
          </a:graphicData>
        </a:graphic>
      </p:graphicFrame>
      <p:sp>
        <p:nvSpPr>
          <p:cNvPr id="36" name="Arrow: Down 35">
            <a:extLst>
              <a:ext uri="{FF2B5EF4-FFF2-40B4-BE49-F238E27FC236}">
                <a16:creationId xmlns:a16="http://schemas.microsoft.com/office/drawing/2014/main" id="{9952CD31-BF01-A258-5429-60C7DFFE208F}"/>
              </a:ext>
            </a:extLst>
          </p:cNvPr>
          <p:cNvSpPr/>
          <p:nvPr/>
        </p:nvSpPr>
        <p:spPr>
          <a:xfrm>
            <a:off x="4904418" y="1452962"/>
            <a:ext cx="484632" cy="380699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F5E8718E-FCC1-1C27-9A71-46127C6B8850}"/>
              </a:ext>
            </a:extLst>
          </p:cNvPr>
          <p:cNvSpPr/>
          <p:nvPr/>
        </p:nvSpPr>
        <p:spPr>
          <a:xfrm>
            <a:off x="2356717" y="1452961"/>
            <a:ext cx="484632" cy="380699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AE480219-3CA3-1A07-8993-F743193E20CB}"/>
              </a:ext>
            </a:extLst>
          </p:cNvPr>
          <p:cNvSpPr/>
          <p:nvPr/>
        </p:nvSpPr>
        <p:spPr>
          <a:xfrm>
            <a:off x="7402068" y="1444142"/>
            <a:ext cx="484632" cy="380699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Arrow: Down 40">
            <a:extLst>
              <a:ext uri="{FF2B5EF4-FFF2-40B4-BE49-F238E27FC236}">
                <a16:creationId xmlns:a16="http://schemas.microsoft.com/office/drawing/2014/main" id="{D84FC2D3-0807-29FC-1D34-3C79691DCA66}"/>
              </a:ext>
            </a:extLst>
          </p:cNvPr>
          <p:cNvSpPr/>
          <p:nvPr/>
        </p:nvSpPr>
        <p:spPr>
          <a:xfrm>
            <a:off x="2338485" y="2327592"/>
            <a:ext cx="484632" cy="38070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Arrow: Down 41">
            <a:extLst>
              <a:ext uri="{FF2B5EF4-FFF2-40B4-BE49-F238E27FC236}">
                <a16:creationId xmlns:a16="http://schemas.microsoft.com/office/drawing/2014/main" id="{559BEBEC-6B2E-4517-CF37-417ECBC717C5}"/>
              </a:ext>
            </a:extLst>
          </p:cNvPr>
          <p:cNvSpPr/>
          <p:nvPr/>
        </p:nvSpPr>
        <p:spPr>
          <a:xfrm>
            <a:off x="4490448" y="2358706"/>
            <a:ext cx="484632" cy="32496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Arrow: Down 42">
            <a:extLst>
              <a:ext uri="{FF2B5EF4-FFF2-40B4-BE49-F238E27FC236}">
                <a16:creationId xmlns:a16="http://schemas.microsoft.com/office/drawing/2014/main" id="{E4144428-9719-6EFD-6D08-D15ADAF4D5C3}"/>
              </a:ext>
            </a:extLst>
          </p:cNvPr>
          <p:cNvSpPr/>
          <p:nvPr/>
        </p:nvSpPr>
        <p:spPr>
          <a:xfrm>
            <a:off x="5562600" y="2366231"/>
            <a:ext cx="484632" cy="324959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46" name="Diagram 45">
            <a:extLst>
              <a:ext uri="{FF2B5EF4-FFF2-40B4-BE49-F238E27FC236}">
                <a16:creationId xmlns:a16="http://schemas.microsoft.com/office/drawing/2014/main" id="{651705A0-FCB8-043C-89FD-05382A5619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9032684"/>
              </p:ext>
            </p:extLst>
          </p:nvPr>
        </p:nvGraphicFramePr>
        <p:xfrm>
          <a:off x="304800" y="3902867"/>
          <a:ext cx="5867400" cy="4611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7" r:lo="rId38" r:qs="rId39" r:cs="rId40"/>
          </a:graphicData>
        </a:graphic>
      </p:graphicFrame>
      <p:sp>
        <p:nvSpPr>
          <p:cNvPr id="49" name="Arrow: Right 48">
            <a:extLst>
              <a:ext uri="{FF2B5EF4-FFF2-40B4-BE49-F238E27FC236}">
                <a16:creationId xmlns:a16="http://schemas.microsoft.com/office/drawing/2014/main" id="{8FEA0EFC-C1FC-7C8A-4E8B-28E786981444}"/>
              </a:ext>
            </a:extLst>
          </p:cNvPr>
          <p:cNvSpPr/>
          <p:nvPr/>
        </p:nvSpPr>
        <p:spPr>
          <a:xfrm>
            <a:off x="1891990" y="989490"/>
            <a:ext cx="304800" cy="3693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13717476-D626-6CCF-0D74-DDE746ED7C54}"/>
              </a:ext>
            </a:extLst>
          </p:cNvPr>
          <p:cNvSpPr/>
          <p:nvPr/>
        </p:nvSpPr>
        <p:spPr>
          <a:xfrm>
            <a:off x="1011044" y="989490"/>
            <a:ext cx="304800" cy="369332"/>
          </a:xfrm>
          <a:prstGeom prst="rightArrow">
            <a:avLst>
              <a:gd name="adj1" fmla="val 50000"/>
              <a:gd name="adj2" fmla="val 45122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3779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4810">
              <a:lnSpc>
                <a:spcPct val="100000"/>
              </a:lnSpc>
              <a:spcBef>
                <a:spcPts val="100"/>
              </a:spcBef>
            </a:pPr>
            <a:r>
              <a:rPr dirty="0"/>
              <a:t>TOOLS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52D9E1-A988-4E76-8110-ECB67A0E4466}"/>
              </a:ext>
            </a:extLst>
          </p:cNvPr>
          <p:cNvSpPr txBox="1"/>
          <p:nvPr/>
        </p:nvSpPr>
        <p:spPr>
          <a:xfrm>
            <a:off x="721524" y="1047750"/>
            <a:ext cx="8193876" cy="253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Frontend : HTML, CSS (for interface design)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Backend : Django (Python)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Database : SQLite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AI components : Gemini API, Python (TensorFlow)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Authentication &amp; Security: Django Authorization (built-in user login system)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Version Control: Git / GitHub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8485" rIns="0" bIns="0" rtlCol="0">
            <a:spAutoFit/>
          </a:bodyPr>
          <a:lstStyle/>
          <a:p>
            <a:pPr marL="1996439">
              <a:lnSpc>
                <a:spcPct val="100000"/>
              </a:lnSpc>
              <a:spcBef>
                <a:spcPts val="100"/>
              </a:spcBef>
            </a:pPr>
            <a:r>
              <a:rPr dirty="0"/>
              <a:t>EXPECTED</a:t>
            </a:r>
            <a:r>
              <a:rPr spc="145" dirty="0"/>
              <a:t> </a:t>
            </a:r>
            <a:r>
              <a:rPr spc="-10" dirty="0"/>
              <a:t>OUTCOMES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02AD9D-C8B8-23FC-795C-F990C4C16CF5}"/>
              </a:ext>
            </a:extLst>
          </p:cNvPr>
          <p:cNvSpPr txBox="1"/>
          <p:nvPr/>
        </p:nvSpPr>
        <p:spPr>
          <a:xfrm>
            <a:off x="721524" y="1200151"/>
            <a:ext cx="7127076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Unified online &amp; offline queue system.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Real-time bed &amp; ICU tracking.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AI-based waiting time and queue position updates.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Online appointment booking.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Admin dashboard for real time updates.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5054" y="1592159"/>
            <a:ext cx="28301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u="none" spc="-10" dirty="0"/>
              <a:t>Questions</a:t>
            </a:r>
            <a:r>
              <a:rPr sz="4400" b="0" u="none" spc="-10" dirty="0">
                <a:latin typeface="Roboto"/>
                <a:cs typeface="Roboto"/>
              </a:rPr>
              <a:t>?</a:t>
            </a:r>
            <a:endParaRPr sz="4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8116</TotalTime>
  <Words>484</Words>
  <Application>Microsoft Office PowerPoint</Application>
  <PresentationFormat>On-screen Show (16:9)</PresentationFormat>
  <Paragraphs>83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Roboto</vt:lpstr>
      <vt:lpstr>Times New Roman</vt:lpstr>
      <vt:lpstr>Wingdings</vt:lpstr>
      <vt:lpstr>Office Theme</vt:lpstr>
      <vt:lpstr>Dept. of CS&amp;E ( DATA SCIENCE) Adichunchanagiri Institute of Technology Chikkamagaluru - 577102</vt:lpstr>
      <vt:lpstr>AGENDA</vt:lpstr>
      <vt:lpstr>              ABOUT THE PROJECT</vt:lpstr>
      <vt:lpstr>                              MOTIVATION</vt:lpstr>
      <vt:lpstr>            EXISTING SYSTEM V/S PROPOSED SYSTEM </vt:lpstr>
      <vt:lpstr>PROBLEM STATEMENT</vt:lpstr>
      <vt:lpstr>PROPOSED SYSTEM</vt:lpstr>
      <vt:lpstr>                             WORKING FLOW</vt:lpstr>
      <vt:lpstr>TOOLS AND TECHNOLOGY</vt:lpstr>
      <vt:lpstr>EXPECTED OUTCOMES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GANESH</dc:creator>
  <cp:lastModifiedBy>Ganesh H</cp:lastModifiedBy>
  <cp:revision>5</cp:revision>
  <dcterms:created xsi:type="dcterms:W3CDTF">2025-10-22T14:23:47Z</dcterms:created>
  <dcterms:modified xsi:type="dcterms:W3CDTF">2025-10-31T06:22:38Z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2025-10-22T00:00:00Z</vt:filetime>
  </property>
  <property fmtid="{D5CDD505-2E9C-101B-9397-08002B2CF9AE}" pid="3" name="Creator">
    <vt:lpwstr>Google</vt:lpwstr>
  </property>
  <property fmtid="{D5CDD505-2E9C-101B-9397-08002B2CF9AE}" pid="4" name="LastSaved">
    <vt:filetime>2025-10-22T00:00:00Z</vt:filetime>
  </property>
</Properties>
</file>